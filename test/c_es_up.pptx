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6858000" cy="6333793"/>
          </a:xfrm>
          <a:custGeom>
            <a:avLst/>
            <a:gdLst/>
            <a:ahLst/>
            <a:cxnLst/>
            <a:rect l="l" t="t" r="r" b="b"/>
            <a:pathLst>
              <a:path w="6858000" h="6333793">
                <a:moveTo>
                  <a:pt x="0" y="4156177"/>
                </a:moveTo>
                <a:lnTo>
                  <a:pt x="5231" y="3861448"/>
                </a:lnTo>
                <a:lnTo>
                  <a:pt x="20899" y="3568203"/>
                </a:lnTo>
                <a:lnTo>
                  <a:pt x="46924" y="3277918"/>
                </a:lnTo>
                <a:lnTo>
                  <a:pt x="83176" y="2992055"/>
                </a:lnTo>
                <a:lnTo>
                  <a:pt x="129473" y="2712053"/>
                </a:lnTo>
                <a:lnTo>
                  <a:pt x="185580" y="2439321"/>
                </a:lnTo>
                <a:lnTo>
                  <a:pt x="251215" y="2175233"/>
                </a:lnTo>
                <a:lnTo>
                  <a:pt x="326049" y="1921118"/>
                </a:lnTo>
                <a:lnTo>
                  <a:pt x="409704" y="1678256"/>
                </a:lnTo>
                <a:lnTo>
                  <a:pt x="501759" y="1447870"/>
                </a:lnTo>
                <a:lnTo>
                  <a:pt x="601751" y="1231118"/>
                </a:lnTo>
                <a:lnTo>
                  <a:pt x="709176" y="1029093"/>
                </a:lnTo>
                <a:lnTo>
                  <a:pt x="823493" y="842812"/>
                </a:lnTo>
                <a:lnTo>
                  <a:pt x="944127" y="673212"/>
                </a:lnTo>
                <a:lnTo>
                  <a:pt x="1070471" y="521148"/>
                </a:lnTo>
                <a:lnTo>
                  <a:pt x="1201888" y="387384"/>
                </a:lnTo>
                <a:lnTo>
                  <a:pt x="1337717" y="272595"/>
                </a:lnTo>
                <a:lnTo>
                  <a:pt x="1477274" y="177358"/>
                </a:lnTo>
                <a:lnTo>
                  <a:pt x="1619857" y="102153"/>
                </a:lnTo>
                <a:lnTo>
                  <a:pt x="1764746" y="47358"/>
                </a:lnTo>
                <a:lnTo>
                  <a:pt x="1911214" y="13250"/>
                </a:lnTo>
                <a:lnTo>
                  <a:pt x="2058522" y="0"/>
                </a:lnTo>
                <a:lnTo>
                  <a:pt x="2205930" y="7674"/>
                </a:lnTo>
                <a:lnTo>
                  <a:pt x="2352694" y="36234"/>
                </a:lnTo>
                <a:lnTo>
                  <a:pt x="2498076" y="85537"/>
                </a:lnTo>
                <a:lnTo>
                  <a:pt x="2641344" y="155334"/>
                </a:lnTo>
                <a:lnTo>
                  <a:pt x="2781777" y="245273"/>
                </a:lnTo>
                <a:lnTo>
                  <a:pt x="2918668" y="354902"/>
                </a:lnTo>
                <a:lnTo>
                  <a:pt x="3051327" y="483670"/>
                </a:lnTo>
                <a:lnTo>
                  <a:pt x="3179086" y="630926"/>
                </a:lnTo>
                <a:lnTo>
                  <a:pt x="3301303" y="795931"/>
                </a:lnTo>
                <a:lnTo>
                  <a:pt x="3417362" y="977854"/>
                </a:lnTo>
                <a:lnTo>
                  <a:pt x="3526679" y="1175778"/>
                </a:lnTo>
                <a:lnTo>
                  <a:pt x="3628703" y="1388707"/>
                </a:lnTo>
                <a:lnTo>
                  <a:pt x="3722921" y="1615570"/>
                </a:lnTo>
                <a:lnTo>
                  <a:pt x="3808858" y="1855223"/>
                </a:lnTo>
                <a:lnTo>
                  <a:pt x="3886082" y="2106461"/>
                </a:lnTo>
                <a:lnTo>
                  <a:pt x="3954204" y="2368018"/>
                </a:lnTo>
                <a:lnTo>
                  <a:pt x="4012881" y="2638578"/>
                </a:lnTo>
                <a:lnTo>
                  <a:pt x="4061818" y="2916779"/>
                </a:lnTo>
                <a:lnTo>
                  <a:pt x="4100767" y="3201219"/>
                </a:lnTo>
                <a:lnTo>
                  <a:pt x="4129534" y="3490467"/>
                </a:lnTo>
                <a:lnTo>
                  <a:pt x="4147973" y="3783067"/>
                </a:lnTo>
                <a:lnTo>
                  <a:pt x="4155991" y="4077545"/>
                </a:lnTo>
                <a:lnTo>
                  <a:pt x="4153549" y="4372419"/>
                </a:lnTo>
                <a:lnTo>
                  <a:pt x="4140657" y="4666205"/>
                </a:lnTo>
                <a:lnTo>
                  <a:pt x="4117382" y="4957422"/>
                </a:lnTo>
                <a:lnTo>
                  <a:pt x="4083841" y="5244606"/>
                </a:lnTo>
                <a:lnTo>
                  <a:pt x="4040202" y="5526310"/>
                </a:lnTo>
                <a:lnTo>
                  <a:pt x="4040202" y="5526310"/>
                </a:lnTo>
                <a:lnTo>
                  <a:pt x="4016571" y="5640268"/>
                </a:lnTo>
                <a:lnTo>
                  <a:pt x="3986403" y="5749112"/>
                </a:lnTo>
                <a:lnTo>
                  <a:pt x="3950034" y="5851631"/>
                </a:lnTo>
                <a:lnTo>
                  <a:pt x="3907868" y="5946684"/>
                </a:lnTo>
                <a:lnTo>
                  <a:pt x="3860374" y="6033213"/>
                </a:lnTo>
                <a:lnTo>
                  <a:pt x="3808081" y="6110257"/>
                </a:lnTo>
                <a:lnTo>
                  <a:pt x="3751571" y="6176958"/>
                </a:lnTo>
                <a:lnTo>
                  <a:pt x="3691471" y="6232573"/>
                </a:lnTo>
                <a:lnTo>
                  <a:pt x="3628452" y="6276485"/>
                </a:lnTo>
                <a:lnTo>
                  <a:pt x="3563214" y="6308204"/>
                </a:lnTo>
                <a:lnTo>
                  <a:pt x="3496482" y="6327378"/>
                </a:lnTo>
                <a:lnTo>
                  <a:pt x="3429000" y="6333793"/>
                </a:lnTo>
                <a:lnTo>
                  <a:pt x="3361517" y="6327378"/>
                </a:lnTo>
                <a:lnTo>
                  <a:pt x="3294785" y="6308204"/>
                </a:lnTo>
                <a:lnTo>
                  <a:pt x="3229547" y="6276485"/>
                </a:lnTo>
                <a:lnTo>
                  <a:pt x="3166528" y="6232573"/>
                </a:lnTo>
                <a:lnTo>
                  <a:pt x="3106428" y="6176958"/>
                </a:lnTo>
                <a:lnTo>
                  <a:pt x="3049918" y="6110257"/>
                </a:lnTo>
                <a:lnTo>
                  <a:pt x="2997625" y="6033213"/>
                </a:lnTo>
                <a:lnTo>
                  <a:pt x="2950131" y="5946684"/>
                </a:lnTo>
                <a:lnTo>
                  <a:pt x="2907965" y="5851631"/>
                </a:lnTo>
                <a:lnTo>
                  <a:pt x="2871596" y="5749112"/>
                </a:lnTo>
                <a:lnTo>
                  <a:pt x="2841428" y="5640268"/>
                </a:lnTo>
                <a:lnTo>
                  <a:pt x="2817797" y="5526310"/>
                </a:lnTo>
                <a:lnTo>
                  <a:pt x="2817797" y="5526310"/>
                </a:lnTo>
                <a:lnTo>
                  <a:pt x="2774158" y="5244606"/>
                </a:lnTo>
                <a:lnTo>
                  <a:pt x="2740617" y="4957422"/>
                </a:lnTo>
                <a:lnTo>
                  <a:pt x="2717342" y="4666205"/>
                </a:lnTo>
                <a:lnTo>
                  <a:pt x="2704450" y="4372419"/>
                </a:lnTo>
                <a:lnTo>
                  <a:pt x="2702008" y="4077545"/>
                </a:lnTo>
                <a:lnTo>
                  <a:pt x="2710026" y="3783067"/>
                </a:lnTo>
                <a:lnTo>
                  <a:pt x="2728465" y="3490467"/>
                </a:lnTo>
                <a:lnTo>
                  <a:pt x="2757232" y="3201219"/>
                </a:lnTo>
                <a:lnTo>
                  <a:pt x="2796181" y="2916779"/>
                </a:lnTo>
                <a:lnTo>
                  <a:pt x="2845118" y="2638578"/>
                </a:lnTo>
                <a:lnTo>
                  <a:pt x="2903795" y="2368018"/>
                </a:lnTo>
                <a:lnTo>
                  <a:pt x="2971917" y="2106461"/>
                </a:lnTo>
                <a:lnTo>
                  <a:pt x="3049141" y="1855223"/>
                </a:lnTo>
                <a:lnTo>
                  <a:pt x="3135078" y="1615570"/>
                </a:lnTo>
                <a:lnTo>
                  <a:pt x="3229296" y="1388707"/>
                </a:lnTo>
                <a:lnTo>
                  <a:pt x="3331320" y="1175778"/>
                </a:lnTo>
                <a:lnTo>
                  <a:pt x="3440637" y="977854"/>
                </a:lnTo>
                <a:lnTo>
                  <a:pt x="3556696" y="795931"/>
                </a:lnTo>
                <a:lnTo>
                  <a:pt x="3678913" y="630926"/>
                </a:lnTo>
                <a:lnTo>
                  <a:pt x="3806672" y="483670"/>
                </a:lnTo>
                <a:lnTo>
                  <a:pt x="3939331" y="354902"/>
                </a:lnTo>
                <a:lnTo>
                  <a:pt x="4076222" y="245273"/>
                </a:lnTo>
                <a:lnTo>
                  <a:pt x="4216655" y="155334"/>
                </a:lnTo>
                <a:lnTo>
                  <a:pt x="4359923" y="85537"/>
                </a:lnTo>
                <a:lnTo>
                  <a:pt x="4505305" y="36234"/>
                </a:lnTo>
                <a:lnTo>
                  <a:pt x="4652069" y="7674"/>
                </a:lnTo>
                <a:lnTo>
                  <a:pt x="4799477" y="0"/>
                </a:lnTo>
                <a:lnTo>
                  <a:pt x="4946785" y="13250"/>
                </a:lnTo>
                <a:lnTo>
                  <a:pt x="5093253" y="47358"/>
                </a:lnTo>
                <a:lnTo>
                  <a:pt x="5238142" y="102153"/>
                </a:lnTo>
                <a:lnTo>
                  <a:pt x="5380725" y="177358"/>
                </a:lnTo>
                <a:lnTo>
                  <a:pt x="5520282" y="272595"/>
                </a:lnTo>
                <a:lnTo>
                  <a:pt x="5656111" y="387384"/>
                </a:lnTo>
                <a:lnTo>
                  <a:pt x="5787528" y="521148"/>
                </a:lnTo>
                <a:lnTo>
                  <a:pt x="5913872" y="673212"/>
                </a:lnTo>
                <a:lnTo>
                  <a:pt x="6034506" y="842812"/>
                </a:lnTo>
                <a:lnTo>
                  <a:pt x="6148823" y="1029093"/>
                </a:lnTo>
                <a:lnTo>
                  <a:pt x="6256248" y="1231118"/>
                </a:lnTo>
                <a:lnTo>
                  <a:pt x="6356240" y="1447870"/>
                </a:lnTo>
                <a:lnTo>
                  <a:pt x="6448295" y="1678256"/>
                </a:lnTo>
                <a:lnTo>
                  <a:pt x="6531950" y="1921118"/>
                </a:lnTo>
                <a:lnTo>
                  <a:pt x="6606784" y="2175233"/>
                </a:lnTo>
                <a:lnTo>
                  <a:pt x="6672419" y="2439321"/>
                </a:lnTo>
                <a:lnTo>
                  <a:pt x="6728526" y="2712053"/>
                </a:lnTo>
                <a:lnTo>
                  <a:pt x="6774823" y="2992055"/>
                </a:lnTo>
                <a:lnTo>
                  <a:pt x="6811075" y="3277918"/>
                </a:lnTo>
                <a:lnTo>
                  <a:pt x="6837100" y="3568203"/>
                </a:lnTo>
                <a:lnTo>
                  <a:pt x="6852768" y="3861448"/>
                </a:lnTo>
                <a:lnTo>
                  <a:pt x="6858000" y="4156177"/>
                </a:lnTo>
              </a:path>
            </a:pathLst>
          </a:custGeom>
          <a:noFill/>
          <a:ln w="4572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