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6858000" cy="2873064"/>
          </a:xfrm>
          <a:custGeom>
            <a:avLst/>
            <a:gdLst/>
            <a:ahLst/>
            <a:cxnLst/>
            <a:rect l="l" t="t" r="r" b="b"/>
            <a:pathLst>
              <a:path w="6858000" h="2873064">
                <a:moveTo>
                  <a:pt x="0" y="1904914"/>
                </a:moveTo>
                <a:lnTo>
                  <a:pt x="2397" y="1769830"/>
                </a:lnTo>
                <a:lnTo>
                  <a:pt x="9578" y="1635426"/>
                </a:lnTo>
                <a:lnTo>
                  <a:pt x="21507" y="1502379"/>
                </a:lnTo>
                <a:lnTo>
                  <a:pt x="38122" y="1371358"/>
                </a:lnTo>
                <a:lnTo>
                  <a:pt x="59341" y="1243024"/>
                </a:lnTo>
                <a:lnTo>
                  <a:pt x="85057" y="1118022"/>
                </a:lnTo>
                <a:lnTo>
                  <a:pt x="115140" y="996982"/>
                </a:lnTo>
                <a:lnTo>
                  <a:pt x="149439" y="880512"/>
                </a:lnTo>
                <a:lnTo>
                  <a:pt x="187781" y="769201"/>
                </a:lnTo>
                <a:lnTo>
                  <a:pt x="229973" y="663607"/>
                </a:lnTo>
                <a:lnTo>
                  <a:pt x="275802" y="564262"/>
                </a:lnTo>
                <a:lnTo>
                  <a:pt x="325039" y="471667"/>
                </a:lnTo>
                <a:lnTo>
                  <a:pt x="377434" y="386289"/>
                </a:lnTo>
                <a:lnTo>
                  <a:pt x="432725" y="308555"/>
                </a:lnTo>
                <a:lnTo>
                  <a:pt x="490632" y="238859"/>
                </a:lnTo>
                <a:lnTo>
                  <a:pt x="550865" y="177551"/>
                </a:lnTo>
                <a:lnTo>
                  <a:pt x="613120" y="124939"/>
                </a:lnTo>
                <a:lnTo>
                  <a:pt x="677084" y="81289"/>
                </a:lnTo>
                <a:lnTo>
                  <a:pt x="742434" y="46820"/>
                </a:lnTo>
                <a:lnTo>
                  <a:pt x="808842" y="21706"/>
                </a:lnTo>
                <a:lnTo>
                  <a:pt x="875973" y="6073"/>
                </a:lnTo>
                <a:lnTo>
                  <a:pt x="943489" y="0"/>
                </a:lnTo>
                <a:lnTo>
                  <a:pt x="1011051" y="3517"/>
                </a:lnTo>
                <a:lnTo>
                  <a:pt x="1078318" y="16607"/>
                </a:lnTo>
                <a:lnTo>
                  <a:pt x="1144951" y="39204"/>
                </a:lnTo>
                <a:lnTo>
                  <a:pt x="1210616" y="71194"/>
                </a:lnTo>
                <a:lnTo>
                  <a:pt x="1274981" y="112417"/>
                </a:lnTo>
                <a:lnTo>
                  <a:pt x="1337722" y="162663"/>
                </a:lnTo>
                <a:lnTo>
                  <a:pt x="1398524" y="221682"/>
                </a:lnTo>
                <a:lnTo>
                  <a:pt x="1457081" y="289174"/>
                </a:lnTo>
                <a:lnTo>
                  <a:pt x="1513097" y="364802"/>
                </a:lnTo>
                <a:lnTo>
                  <a:pt x="1566291" y="448183"/>
                </a:lnTo>
                <a:lnTo>
                  <a:pt x="1616394" y="538898"/>
                </a:lnTo>
                <a:lnTo>
                  <a:pt x="1663155" y="636491"/>
                </a:lnTo>
                <a:lnTo>
                  <a:pt x="1706338" y="740469"/>
                </a:lnTo>
                <a:lnTo>
                  <a:pt x="1745726" y="850310"/>
                </a:lnTo>
                <a:lnTo>
                  <a:pt x="1781121" y="965461"/>
                </a:lnTo>
                <a:lnTo>
                  <a:pt x="1812343" y="1085341"/>
                </a:lnTo>
                <a:lnTo>
                  <a:pt x="1839237" y="1209348"/>
                </a:lnTo>
                <a:lnTo>
                  <a:pt x="1861666" y="1336857"/>
                </a:lnTo>
                <a:lnTo>
                  <a:pt x="1879518" y="1467225"/>
                </a:lnTo>
                <a:lnTo>
                  <a:pt x="1892703" y="1599797"/>
                </a:lnTo>
                <a:lnTo>
                  <a:pt x="1901154" y="1733905"/>
                </a:lnTo>
                <a:lnTo>
                  <a:pt x="1904829" y="1868875"/>
                </a:lnTo>
                <a:lnTo>
                  <a:pt x="1903710" y="2004025"/>
                </a:lnTo>
                <a:lnTo>
                  <a:pt x="1897801" y="2138677"/>
                </a:lnTo>
                <a:lnTo>
                  <a:pt x="1887133" y="2272152"/>
                </a:lnTo>
                <a:lnTo>
                  <a:pt x="1871760" y="2403778"/>
                </a:lnTo>
                <a:lnTo>
                  <a:pt x="1851759" y="2532892"/>
                </a:lnTo>
                <a:lnTo>
                  <a:pt x="1851759" y="2532892"/>
                </a:lnTo>
                <a:lnTo>
                  <a:pt x="1841670" y="2580562"/>
                </a:lnTo>
                <a:lnTo>
                  <a:pt x="1828423" y="2626211"/>
                </a:lnTo>
                <a:lnTo>
                  <a:pt x="1812173" y="2669303"/>
                </a:lnTo>
                <a:lnTo>
                  <a:pt x="1793109" y="2709336"/>
                </a:lnTo>
                <a:lnTo>
                  <a:pt x="1771455" y="2745841"/>
                </a:lnTo>
                <a:lnTo>
                  <a:pt x="1747463" y="2778391"/>
                </a:lnTo>
                <a:lnTo>
                  <a:pt x="1721415" y="2806605"/>
                </a:lnTo>
                <a:lnTo>
                  <a:pt x="1693615" y="2830154"/>
                </a:lnTo>
                <a:lnTo>
                  <a:pt x="1664388" y="2848761"/>
                </a:lnTo>
                <a:lnTo>
                  <a:pt x="1634076" y="2862210"/>
                </a:lnTo>
                <a:lnTo>
                  <a:pt x="1603034" y="2870343"/>
                </a:lnTo>
                <a:lnTo>
                  <a:pt x="1571625" y="2873064"/>
                </a:lnTo>
                <a:lnTo>
                  <a:pt x="1540215" y="2870343"/>
                </a:lnTo>
                <a:lnTo>
                  <a:pt x="1509173" y="2862210"/>
                </a:lnTo>
                <a:lnTo>
                  <a:pt x="1478861" y="2848761"/>
                </a:lnTo>
                <a:lnTo>
                  <a:pt x="1449634" y="2830154"/>
                </a:lnTo>
                <a:lnTo>
                  <a:pt x="1421834" y="2806605"/>
                </a:lnTo>
                <a:lnTo>
                  <a:pt x="1395786" y="2778391"/>
                </a:lnTo>
                <a:lnTo>
                  <a:pt x="1371794" y="2745841"/>
                </a:lnTo>
                <a:lnTo>
                  <a:pt x="1350140" y="2709336"/>
                </a:lnTo>
                <a:lnTo>
                  <a:pt x="1331076" y="2669303"/>
                </a:lnTo>
                <a:lnTo>
                  <a:pt x="1314826" y="2626211"/>
                </a:lnTo>
                <a:lnTo>
                  <a:pt x="1301579" y="2580562"/>
                </a:lnTo>
                <a:lnTo>
                  <a:pt x="1291490" y="2532892"/>
                </a:lnTo>
                <a:lnTo>
                  <a:pt x="1291490" y="2532892"/>
                </a:lnTo>
                <a:lnTo>
                  <a:pt x="1269800" y="2391162"/>
                </a:lnTo>
                <a:lnTo>
                  <a:pt x="1253686" y="2246488"/>
                </a:lnTo>
                <a:lnTo>
                  <a:pt x="1243244" y="2099746"/>
                </a:lnTo>
                <a:lnTo>
                  <a:pt x="1238538" y="1951825"/>
                </a:lnTo>
                <a:lnTo>
                  <a:pt x="1239597" y="1803620"/>
                </a:lnTo>
                <a:lnTo>
                  <a:pt x="1246414" y="1656028"/>
                </a:lnTo>
                <a:lnTo>
                  <a:pt x="1258947" y="1509943"/>
                </a:lnTo>
                <a:lnTo>
                  <a:pt x="1277122" y="1366248"/>
                </a:lnTo>
                <a:lnTo>
                  <a:pt x="1300827" y="1225815"/>
                </a:lnTo>
                <a:lnTo>
                  <a:pt x="1329919" y="1089493"/>
                </a:lnTo>
                <a:lnTo>
                  <a:pt x="1364223" y="958107"/>
                </a:lnTo>
                <a:lnTo>
                  <a:pt x="1403531" y="832453"/>
                </a:lnTo>
                <a:lnTo>
                  <a:pt x="1447604" y="713292"/>
                </a:lnTo>
                <a:lnTo>
                  <a:pt x="1496176" y="601344"/>
                </a:lnTo>
                <a:lnTo>
                  <a:pt x="1548953" y="497288"/>
                </a:lnTo>
                <a:lnTo>
                  <a:pt x="1605615" y="401753"/>
                </a:lnTo>
                <a:lnTo>
                  <a:pt x="1665819" y="315318"/>
                </a:lnTo>
                <a:lnTo>
                  <a:pt x="1729201" y="238506"/>
                </a:lnTo>
                <a:lnTo>
                  <a:pt x="1795377" y="171782"/>
                </a:lnTo>
                <a:lnTo>
                  <a:pt x="1863947" y="115550"/>
                </a:lnTo>
                <a:lnTo>
                  <a:pt x="1934495" y="70150"/>
                </a:lnTo>
                <a:lnTo>
                  <a:pt x="2006594" y="35858"/>
                </a:lnTo>
                <a:lnTo>
                  <a:pt x="2079809" y="12880"/>
                </a:lnTo>
                <a:lnTo>
                  <a:pt x="2153694" y="1356"/>
                </a:lnTo>
                <a:lnTo>
                  <a:pt x="2227805" y="1356"/>
                </a:lnTo>
                <a:lnTo>
                  <a:pt x="2301690" y="12880"/>
                </a:lnTo>
                <a:lnTo>
                  <a:pt x="2374905" y="35858"/>
                </a:lnTo>
                <a:lnTo>
                  <a:pt x="2447004" y="70150"/>
                </a:lnTo>
                <a:lnTo>
                  <a:pt x="2517552" y="115550"/>
                </a:lnTo>
                <a:lnTo>
                  <a:pt x="2586122" y="171782"/>
                </a:lnTo>
                <a:lnTo>
                  <a:pt x="2652298" y="238506"/>
                </a:lnTo>
                <a:lnTo>
                  <a:pt x="2715680" y="315318"/>
                </a:lnTo>
                <a:lnTo>
                  <a:pt x="2775884" y="401753"/>
                </a:lnTo>
                <a:lnTo>
                  <a:pt x="2832546" y="497288"/>
                </a:lnTo>
                <a:lnTo>
                  <a:pt x="2885323" y="601344"/>
                </a:lnTo>
                <a:lnTo>
                  <a:pt x="2933895" y="713292"/>
                </a:lnTo>
                <a:lnTo>
                  <a:pt x="2977968" y="832453"/>
                </a:lnTo>
                <a:lnTo>
                  <a:pt x="3017276" y="958107"/>
                </a:lnTo>
                <a:lnTo>
                  <a:pt x="3051580" y="1089493"/>
                </a:lnTo>
                <a:lnTo>
                  <a:pt x="3080672" y="1225815"/>
                </a:lnTo>
                <a:lnTo>
                  <a:pt x="3104377" y="1366248"/>
                </a:lnTo>
                <a:lnTo>
                  <a:pt x="3122552" y="1509943"/>
                </a:lnTo>
                <a:lnTo>
                  <a:pt x="3135085" y="1656028"/>
                </a:lnTo>
                <a:lnTo>
                  <a:pt x="3141902" y="1803620"/>
                </a:lnTo>
                <a:lnTo>
                  <a:pt x="3142961" y="1951825"/>
                </a:lnTo>
                <a:lnTo>
                  <a:pt x="3138255" y="2099746"/>
                </a:lnTo>
                <a:lnTo>
                  <a:pt x="3127813" y="2246488"/>
                </a:lnTo>
                <a:lnTo>
                  <a:pt x="3111699" y="2391162"/>
                </a:lnTo>
                <a:lnTo>
                  <a:pt x="3090009" y="2532892"/>
                </a:lnTo>
                <a:lnTo>
                  <a:pt x="3090009" y="2532892"/>
                </a:lnTo>
                <a:lnTo>
                  <a:pt x="3079920" y="2580562"/>
                </a:lnTo>
                <a:lnTo>
                  <a:pt x="3066673" y="2626211"/>
                </a:lnTo>
                <a:lnTo>
                  <a:pt x="3050423" y="2669303"/>
                </a:lnTo>
                <a:lnTo>
                  <a:pt x="3031359" y="2709336"/>
                </a:lnTo>
                <a:lnTo>
                  <a:pt x="3009705" y="2745841"/>
                </a:lnTo>
                <a:lnTo>
                  <a:pt x="2985713" y="2778391"/>
                </a:lnTo>
                <a:lnTo>
                  <a:pt x="2959665" y="2806605"/>
                </a:lnTo>
                <a:lnTo>
                  <a:pt x="2931865" y="2830154"/>
                </a:lnTo>
                <a:lnTo>
                  <a:pt x="2902638" y="2848761"/>
                </a:lnTo>
                <a:lnTo>
                  <a:pt x="2872326" y="2862210"/>
                </a:lnTo>
                <a:lnTo>
                  <a:pt x="2841284" y="2870343"/>
                </a:lnTo>
                <a:lnTo>
                  <a:pt x="2809875" y="2873064"/>
                </a:lnTo>
                <a:lnTo>
                  <a:pt x="2778465" y="2870343"/>
                </a:lnTo>
                <a:lnTo>
                  <a:pt x="2747423" y="2862210"/>
                </a:lnTo>
                <a:lnTo>
                  <a:pt x="2717111" y="2848761"/>
                </a:lnTo>
                <a:lnTo>
                  <a:pt x="2687884" y="2830154"/>
                </a:lnTo>
                <a:lnTo>
                  <a:pt x="2660084" y="2806605"/>
                </a:lnTo>
                <a:lnTo>
                  <a:pt x="2634036" y="2778391"/>
                </a:lnTo>
                <a:lnTo>
                  <a:pt x="2610044" y="2745841"/>
                </a:lnTo>
                <a:lnTo>
                  <a:pt x="2588390" y="2709336"/>
                </a:lnTo>
                <a:lnTo>
                  <a:pt x="2569326" y="2669303"/>
                </a:lnTo>
                <a:lnTo>
                  <a:pt x="2553076" y="2626211"/>
                </a:lnTo>
                <a:lnTo>
                  <a:pt x="2539829" y="2580562"/>
                </a:lnTo>
                <a:lnTo>
                  <a:pt x="2529740" y="2532892"/>
                </a:lnTo>
                <a:lnTo>
                  <a:pt x="2529740" y="2532892"/>
                </a:lnTo>
                <a:lnTo>
                  <a:pt x="2508050" y="2391162"/>
                </a:lnTo>
                <a:lnTo>
                  <a:pt x="2491936" y="2246488"/>
                </a:lnTo>
                <a:lnTo>
                  <a:pt x="2481494" y="2099746"/>
                </a:lnTo>
                <a:lnTo>
                  <a:pt x="2476788" y="1951825"/>
                </a:lnTo>
                <a:lnTo>
                  <a:pt x="2477847" y="1803620"/>
                </a:lnTo>
                <a:lnTo>
                  <a:pt x="2484664" y="1656028"/>
                </a:lnTo>
                <a:lnTo>
                  <a:pt x="2497197" y="1509943"/>
                </a:lnTo>
                <a:lnTo>
                  <a:pt x="2515372" y="1366248"/>
                </a:lnTo>
                <a:lnTo>
                  <a:pt x="2539077" y="1225815"/>
                </a:lnTo>
                <a:lnTo>
                  <a:pt x="2568169" y="1089493"/>
                </a:lnTo>
                <a:lnTo>
                  <a:pt x="2602473" y="958107"/>
                </a:lnTo>
                <a:lnTo>
                  <a:pt x="2641781" y="832453"/>
                </a:lnTo>
                <a:lnTo>
                  <a:pt x="2685854" y="713292"/>
                </a:lnTo>
                <a:lnTo>
                  <a:pt x="2734426" y="601344"/>
                </a:lnTo>
                <a:lnTo>
                  <a:pt x="2787203" y="497288"/>
                </a:lnTo>
                <a:lnTo>
                  <a:pt x="2843865" y="401753"/>
                </a:lnTo>
                <a:lnTo>
                  <a:pt x="2904069" y="315318"/>
                </a:lnTo>
                <a:lnTo>
                  <a:pt x="2967451" y="238506"/>
                </a:lnTo>
                <a:lnTo>
                  <a:pt x="3033627" y="171782"/>
                </a:lnTo>
                <a:lnTo>
                  <a:pt x="3102197" y="115550"/>
                </a:lnTo>
                <a:lnTo>
                  <a:pt x="3172745" y="70150"/>
                </a:lnTo>
                <a:lnTo>
                  <a:pt x="3244844" y="35858"/>
                </a:lnTo>
                <a:lnTo>
                  <a:pt x="3318059" y="12880"/>
                </a:lnTo>
                <a:lnTo>
                  <a:pt x="3391944" y="1356"/>
                </a:lnTo>
                <a:lnTo>
                  <a:pt x="3466055" y="1356"/>
                </a:lnTo>
                <a:lnTo>
                  <a:pt x="3539940" y="12880"/>
                </a:lnTo>
                <a:lnTo>
                  <a:pt x="3613155" y="35858"/>
                </a:lnTo>
                <a:lnTo>
                  <a:pt x="3685254" y="70150"/>
                </a:lnTo>
                <a:lnTo>
                  <a:pt x="3755802" y="115550"/>
                </a:lnTo>
                <a:lnTo>
                  <a:pt x="3824372" y="171782"/>
                </a:lnTo>
                <a:lnTo>
                  <a:pt x="3890548" y="238506"/>
                </a:lnTo>
                <a:lnTo>
                  <a:pt x="3953930" y="315318"/>
                </a:lnTo>
                <a:lnTo>
                  <a:pt x="4014134" y="401753"/>
                </a:lnTo>
                <a:lnTo>
                  <a:pt x="4070796" y="497288"/>
                </a:lnTo>
                <a:lnTo>
                  <a:pt x="4123573" y="601344"/>
                </a:lnTo>
                <a:lnTo>
                  <a:pt x="4172145" y="713292"/>
                </a:lnTo>
                <a:lnTo>
                  <a:pt x="4216218" y="832453"/>
                </a:lnTo>
                <a:lnTo>
                  <a:pt x="4255526" y="958107"/>
                </a:lnTo>
                <a:lnTo>
                  <a:pt x="4289830" y="1089493"/>
                </a:lnTo>
                <a:lnTo>
                  <a:pt x="4318922" y="1225815"/>
                </a:lnTo>
                <a:lnTo>
                  <a:pt x="4342627" y="1366248"/>
                </a:lnTo>
                <a:lnTo>
                  <a:pt x="4360802" y="1509943"/>
                </a:lnTo>
                <a:lnTo>
                  <a:pt x="4373335" y="1656028"/>
                </a:lnTo>
                <a:lnTo>
                  <a:pt x="4380152" y="1803620"/>
                </a:lnTo>
                <a:lnTo>
                  <a:pt x="4381211" y="1951825"/>
                </a:lnTo>
                <a:lnTo>
                  <a:pt x="4376505" y="2099746"/>
                </a:lnTo>
                <a:lnTo>
                  <a:pt x="4366063" y="2246488"/>
                </a:lnTo>
                <a:lnTo>
                  <a:pt x="4349949" y="2391162"/>
                </a:lnTo>
                <a:lnTo>
                  <a:pt x="4328259" y="2532892"/>
                </a:lnTo>
                <a:lnTo>
                  <a:pt x="4328259" y="2532892"/>
                </a:lnTo>
                <a:lnTo>
                  <a:pt x="4318170" y="2580562"/>
                </a:lnTo>
                <a:lnTo>
                  <a:pt x="4304923" y="2626211"/>
                </a:lnTo>
                <a:lnTo>
                  <a:pt x="4288673" y="2669303"/>
                </a:lnTo>
                <a:lnTo>
                  <a:pt x="4269609" y="2709336"/>
                </a:lnTo>
                <a:lnTo>
                  <a:pt x="4247955" y="2745841"/>
                </a:lnTo>
                <a:lnTo>
                  <a:pt x="4223963" y="2778391"/>
                </a:lnTo>
                <a:lnTo>
                  <a:pt x="4197915" y="2806605"/>
                </a:lnTo>
                <a:lnTo>
                  <a:pt x="4170115" y="2830154"/>
                </a:lnTo>
                <a:lnTo>
                  <a:pt x="4140888" y="2848761"/>
                </a:lnTo>
                <a:lnTo>
                  <a:pt x="4110576" y="2862210"/>
                </a:lnTo>
                <a:lnTo>
                  <a:pt x="4079534" y="2870343"/>
                </a:lnTo>
                <a:lnTo>
                  <a:pt x="4048125" y="2873064"/>
                </a:lnTo>
                <a:lnTo>
                  <a:pt x="4016715" y="2870343"/>
                </a:lnTo>
                <a:lnTo>
                  <a:pt x="3985673" y="2862210"/>
                </a:lnTo>
                <a:lnTo>
                  <a:pt x="3955361" y="2848761"/>
                </a:lnTo>
                <a:lnTo>
                  <a:pt x="3926134" y="2830154"/>
                </a:lnTo>
                <a:lnTo>
                  <a:pt x="3898334" y="2806605"/>
                </a:lnTo>
                <a:lnTo>
                  <a:pt x="3872286" y="2778391"/>
                </a:lnTo>
                <a:lnTo>
                  <a:pt x="3848294" y="2745841"/>
                </a:lnTo>
                <a:lnTo>
                  <a:pt x="3826640" y="2709336"/>
                </a:lnTo>
                <a:lnTo>
                  <a:pt x="3807576" y="2669303"/>
                </a:lnTo>
                <a:lnTo>
                  <a:pt x="3791326" y="2626211"/>
                </a:lnTo>
                <a:lnTo>
                  <a:pt x="3778079" y="2580562"/>
                </a:lnTo>
                <a:lnTo>
                  <a:pt x="3767990" y="2532892"/>
                </a:lnTo>
                <a:lnTo>
                  <a:pt x="3767990" y="2532892"/>
                </a:lnTo>
                <a:lnTo>
                  <a:pt x="3746300" y="2391162"/>
                </a:lnTo>
                <a:lnTo>
                  <a:pt x="3730186" y="2246488"/>
                </a:lnTo>
                <a:lnTo>
                  <a:pt x="3719744" y="2099746"/>
                </a:lnTo>
                <a:lnTo>
                  <a:pt x="3715038" y="1951825"/>
                </a:lnTo>
                <a:lnTo>
                  <a:pt x="3716097" y="1803620"/>
                </a:lnTo>
                <a:lnTo>
                  <a:pt x="3722914" y="1656028"/>
                </a:lnTo>
                <a:lnTo>
                  <a:pt x="3735447" y="1509943"/>
                </a:lnTo>
                <a:lnTo>
                  <a:pt x="3753622" y="1366248"/>
                </a:lnTo>
                <a:lnTo>
                  <a:pt x="3777327" y="1225815"/>
                </a:lnTo>
                <a:lnTo>
                  <a:pt x="3806419" y="1089493"/>
                </a:lnTo>
                <a:lnTo>
                  <a:pt x="3840723" y="958107"/>
                </a:lnTo>
                <a:lnTo>
                  <a:pt x="3880031" y="832453"/>
                </a:lnTo>
                <a:lnTo>
                  <a:pt x="3924104" y="713292"/>
                </a:lnTo>
                <a:lnTo>
                  <a:pt x="3972676" y="601344"/>
                </a:lnTo>
                <a:lnTo>
                  <a:pt x="4025453" y="497288"/>
                </a:lnTo>
                <a:lnTo>
                  <a:pt x="4082115" y="401753"/>
                </a:lnTo>
                <a:lnTo>
                  <a:pt x="4142319" y="315318"/>
                </a:lnTo>
                <a:lnTo>
                  <a:pt x="4205701" y="238506"/>
                </a:lnTo>
                <a:lnTo>
                  <a:pt x="4271877" y="171782"/>
                </a:lnTo>
                <a:lnTo>
                  <a:pt x="4340447" y="115550"/>
                </a:lnTo>
                <a:lnTo>
                  <a:pt x="4410995" y="70150"/>
                </a:lnTo>
                <a:lnTo>
                  <a:pt x="4483094" y="35858"/>
                </a:lnTo>
                <a:lnTo>
                  <a:pt x="4556309" y="12880"/>
                </a:lnTo>
                <a:lnTo>
                  <a:pt x="4630194" y="1356"/>
                </a:lnTo>
                <a:lnTo>
                  <a:pt x="4704305" y="1356"/>
                </a:lnTo>
                <a:lnTo>
                  <a:pt x="4778190" y="12880"/>
                </a:lnTo>
                <a:lnTo>
                  <a:pt x="4851405" y="35858"/>
                </a:lnTo>
                <a:lnTo>
                  <a:pt x="4923504" y="70150"/>
                </a:lnTo>
                <a:lnTo>
                  <a:pt x="4994052" y="115550"/>
                </a:lnTo>
                <a:lnTo>
                  <a:pt x="5062622" y="171782"/>
                </a:lnTo>
                <a:lnTo>
                  <a:pt x="5128798" y="238506"/>
                </a:lnTo>
                <a:lnTo>
                  <a:pt x="5192180" y="315318"/>
                </a:lnTo>
                <a:lnTo>
                  <a:pt x="5252384" y="401753"/>
                </a:lnTo>
                <a:lnTo>
                  <a:pt x="5309046" y="497288"/>
                </a:lnTo>
                <a:lnTo>
                  <a:pt x="5361823" y="601344"/>
                </a:lnTo>
                <a:lnTo>
                  <a:pt x="5410395" y="713292"/>
                </a:lnTo>
                <a:lnTo>
                  <a:pt x="5454468" y="832453"/>
                </a:lnTo>
                <a:lnTo>
                  <a:pt x="5493776" y="958107"/>
                </a:lnTo>
                <a:lnTo>
                  <a:pt x="5528080" y="1089493"/>
                </a:lnTo>
                <a:lnTo>
                  <a:pt x="5557172" y="1225815"/>
                </a:lnTo>
                <a:lnTo>
                  <a:pt x="5580877" y="1366248"/>
                </a:lnTo>
                <a:lnTo>
                  <a:pt x="5599052" y="1509943"/>
                </a:lnTo>
                <a:lnTo>
                  <a:pt x="5611585" y="1656028"/>
                </a:lnTo>
                <a:lnTo>
                  <a:pt x="5618402" y="1803620"/>
                </a:lnTo>
                <a:lnTo>
                  <a:pt x="5619461" y="1951825"/>
                </a:lnTo>
                <a:lnTo>
                  <a:pt x="5614755" y="2099746"/>
                </a:lnTo>
                <a:lnTo>
                  <a:pt x="5604313" y="2246488"/>
                </a:lnTo>
                <a:lnTo>
                  <a:pt x="5588199" y="2391162"/>
                </a:lnTo>
                <a:lnTo>
                  <a:pt x="5566509" y="2532892"/>
                </a:lnTo>
                <a:lnTo>
                  <a:pt x="5566509" y="2532892"/>
                </a:lnTo>
                <a:lnTo>
                  <a:pt x="5556420" y="2580562"/>
                </a:lnTo>
                <a:lnTo>
                  <a:pt x="5543173" y="2626211"/>
                </a:lnTo>
                <a:lnTo>
                  <a:pt x="5526923" y="2669303"/>
                </a:lnTo>
                <a:lnTo>
                  <a:pt x="5507859" y="2709336"/>
                </a:lnTo>
                <a:lnTo>
                  <a:pt x="5486205" y="2745841"/>
                </a:lnTo>
                <a:lnTo>
                  <a:pt x="5462213" y="2778391"/>
                </a:lnTo>
                <a:lnTo>
                  <a:pt x="5436165" y="2806605"/>
                </a:lnTo>
                <a:lnTo>
                  <a:pt x="5408365" y="2830154"/>
                </a:lnTo>
                <a:lnTo>
                  <a:pt x="5379138" y="2848761"/>
                </a:lnTo>
                <a:lnTo>
                  <a:pt x="5348826" y="2862210"/>
                </a:lnTo>
                <a:lnTo>
                  <a:pt x="5317784" y="2870343"/>
                </a:lnTo>
                <a:lnTo>
                  <a:pt x="5286375" y="2873064"/>
                </a:lnTo>
                <a:lnTo>
                  <a:pt x="5254965" y="2870343"/>
                </a:lnTo>
                <a:lnTo>
                  <a:pt x="5223923" y="2862210"/>
                </a:lnTo>
                <a:lnTo>
                  <a:pt x="5193611" y="2848761"/>
                </a:lnTo>
                <a:lnTo>
                  <a:pt x="5164384" y="2830154"/>
                </a:lnTo>
                <a:lnTo>
                  <a:pt x="5136584" y="2806605"/>
                </a:lnTo>
                <a:lnTo>
                  <a:pt x="5110536" y="2778391"/>
                </a:lnTo>
                <a:lnTo>
                  <a:pt x="5086544" y="2745841"/>
                </a:lnTo>
                <a:lnTo>
                  <a:pt x="5064890" y="2709336"/>
                </a:lnTo>
                <a:lnTo>
                  <a:pt x="5045826" y="2669303"/>
                </a:lnTo>
                <a:lnTo>
                  <a:pt x="5029576" y="2626211"/>
                </a:lnTo>
                <a:lnTo>
                  <a:pt x="5016329" y="2580562"/>
                </a:lnTo>
                <a:lnTo>
                  <a:pt x="5006240" y="2532892"/>
                </a:lnTo>
                <a:lnTo>
                  <a:pt x="5006240" y="2532892"/>
                </a:lnTo>
                <a:lnTo>
                  <a:pt x="4986239" y="2403778"/>
                </a:lnTo>
                <a:lnTo>
                  <a:pt x="4970866" y="2272152"/>
                </a:lnTo>
                <a:lnTo>
                  <a:pt x="4960198" y="2138677"/>
                </a:lnTo>
                <a:lnTo>
                  <a:pt x="4954289" y="2004025"/>
                </a:lnTo>
                <a:lnTo>
                  <a:pt x="4953170" y="1868875"/>
                </a:lnTo>
                <a:lnTo>
                  <a:pt x="4956845" y="1733905"/>
                </a:lnTo>
                <a:lnTo>
                  <a:pt x="4965296" y="1599797"/>
                </a:lnTo>
                <a:lnTo>
                  <a:pt x="4978481" y="1467225"/>
                </a:lnTo>
                <a:lnTo>
                  <a:pt x="4996333" y="1336857"/>
                </a:lnTo>
                <a:lnTo>
                  <a:pt x="5018762" y="1209348"/>
                </a:lnTo>
                <a:lnTo>
                  <a:pt x="5045656" y="1085341"/>
                </a:lnTo>
                <a:lnTo>
                  <a:pt x="5076878" y="965461"/>
                </a:lnTo>
                <a:lnTo>
                  <a:pt x="5112273" y="850310"/>
                </a:lnTo>
                <a:lnTo>
                  <a:pt x="5151661" y="740469"/>
                </a:lnTo>
                <a:lnTo>
                  <a:pt x="5194844" y="636491"/>
                </a:lnTo>
                <a:lnTo>
                  <a:pt x="5241605" y="538898"/>
                </a:lnTo>
                <a:lnTo>
                  <a:pt x="5291708" y="448183"/>
                </a:lnTo>
                <a:lnTo>
                  <a:pt x="5344902" y="364802"/>
                </a:lnTo>
                <a:lnTo>
                  <a:pt x="5400918" y="289174"/>
                </a:lnTo>
                <a:lnTo>
                  <a:pt x="5459475" y="221682"/>
                </a:lnTo>
                <a:lnTo>
                  <a:pt x="5520277" y="162663"/>
                </a:lnTo>
                <a:lnTo>
                  <a:pt x="5583018" y="112417"/>
                </a:lnTo>
                <a:lnTo>
                  <a:pt x="5647383" y="71194"/>
                </a:lnTo>
                <a:lnTo>
                  <a:pt x="5713048" y="39204"/>
                </a:lnTo>
                <a:lnTo>
                  <a:pt x="5779681" y="16607"/>
                </a:lnTo>
                <a:lnTo>
                  <a:pt x="5846948" y="3517"/>
                </a:lnTo>
                <a:lnTo>
                  <a:pt x="5914510" y="0"/>
                </a:lnTo>
                <a:lnTo>
                  <a:pt x="5982026" y="6073"/>
                </a:lnTo>
                <a:lnTo>
                  <a:pt x="6049157" y="21706"/>
                </a:lnTo>
                <a:lnTo>
                  <a:pt x="6115565" y="46820"/>
                </a:lnTo>
                <a:lnTo>
                  <a:pt x="6180915" y="81289"/>
                </a:lnTo>
                <a:lnTo>
                  <a:pt x="6244879" y="124939"/>
                </a:lnTo>
                <a:lnTo>
                  <a:pt x="6307134" y="177551"/>
                </a:lnTo>
                <a:lnTo>
                  <a:pt x="6367367" y="238859"/>
                </a:lnTo>
                <a:lnTo>
                  <a:pt x="6425274" y="308555"/>
                </a:lnTo>
                <a:lnTo>
                  <a:pt x="6480565" y="386289"/>
                </a:lnTo>
                <a:lnTo>
                  <a:pt x="6532960" y="471667"/>
                </a:lnTo>
                <a:lnTo>
                  <a:pt x="6582197" y="564262"/>
                </a:lnTo>
                <a:lnTo>
                  <a:pt x="6628026" y="663607"/>
                </a:lnTo>
                <a:lnTo>
                  <a:pt x="6670218" y="769201"/>
                </a:lnTo>
                <a:lnTo>
                  <a:pt x="6708560" y="880512"/>
                </a:lnTo>
                <a:lnTo>
                  <a:pt x="6742859" y="996982"/>
                </a:lnTo>
                <a:lnTo>
                  <a:pt x="6772942" y="1118022"/>
                </a:lnTo>
                <a:lnTo>
                  <a:pt x="6798658" y="1243024"/>
                </a:lnTo>
                <a:lnTo>
                  <a:pt x="6819877" y="1371358"/>
                </a:lnTo>
                <a:lnTo>
                  <a:pt x="6836492" y="1502379"/>
                </a:lnTo>
                <a:lnTo>
                  <a:pt x="6848421" y="1635426"/>
                </a:lnTo>
                <a:lnTo>
                  <a:pt x="6855602" y="1769830"/>
                </a:lnTo>
                <a:lnTo>
                  <a:pt x="6858000" y="1904914"/>
                </a:lnTo>
              </a:path>
            </a:pathLst>
          </a:custGeom>
          <a:noFill/>
          <a:ln w="9144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287396" y="2199648"/>
            <a:ext cx="568600" cy="568672"/>
          </a:xfrm>
          <a:custGeom>
            <a:avLst/>
            <a:gdLst/>
            <a:ahLst/>
            <a:cxnLst/>
            <a:rect l="l" t="t" r="r" b="b"/>
            <a:pathLst>
              <a:path w="568600" h="568672">
                <a:moveTo>
                  <a:pt x="568600" y="284336"/>
                </a:moveTo>
                <a:lnTo>
                  <a:pt x="568028" y="302372"/>
                </a:lnTo>
                <a:lnTo>
                  <a:pt x="566312" y="320335"/>
                </a:lnTo>
                <a:lnTo>
                  <a:pt x="563461" y="338154"/>
                </a:lnTo>
                <a:lnTo>
                  <a:pt x="559486" y="355755"/>
                </a:lnTo>
                <a:lnTo>
                  <a:pt x="554402" y="373070"/>
                </a:lnTo>
                <a:lnTo>
                  <a:pt x="548230" y="390026"/>
                </a:lnTo>
                <a:lnTo>
                  <a:pt x="540995" y="406558"/>
                </a:lnTo>
                <a:lnTo>
                  <a:pt x="532726" y="422597"/>
                </a:lnTo>
                <a:lnTo>
                  <a:pt x="523457" y="438079"/>
                </a:lnTo>
                <a:lnTo>
                  <a:pt x="513224" y="452942"/>
                </a:lnTo>
                <a:lnTo>
                  <a:pt x="502070" y="467127"/>
                </a:lnTo>
                <a:lnTo>
                  <a:pt x="490038" y="480575"/>
                </a:lnTo>
                <a:lnTo>
                  <a:pt x="477177" y="493233"/>
                </a:lnTo>
                <a:lnTo>
                  <a:pt x="463540" y="505050"/>
                </a:lnTo>
                <a:lnTo>
                  <a:pt x="449180" y="515978"/>
                </a:lnTo>
                <a:lnTo>
                  <a:pt x="434156" y="525974"/>
                </a:lnTo>
                <a:lnTo>
                  <a:pt x="418529" y="534996"/>
                </a:lnTo>
                <a:lnTo>
                  <a:pt x="402361" y="543010"/>
                </a:lnTo>
                <a:lnTo>
                  <a:pt x="385717" y="549981"/>
                </a:lnTo>
                <a:lnTo>
                  <a:pt x="368664" y="555883"/>
                </a:lnTo>
                <a:lnTo>
                  <a:pt x="351272" y="560692"/>
                </a:lnTo>
                <a:lnTo>
                  <a:pt x="333609" y="564387"/>
                </a:lnTo>
                <a:lnTo>
                  <a:pt x="315748" y="566956"/>
                </a:lnTo>
                <a:lnTo>
                  <a:pt x="297759" y="568386"/>
                </a:lnTo>
                <a:lnTo>
                  <a:pt x="279717" y="568672"/>
                </a:lnTo>
                <a:lnTo>
                  <a:pt x="261692" y="567813"/>
                </a:lnTo>
                <a:lnTo>
                  <a:pt x="243758" y="565813"/>
                </a:lnTo>
                <a:lnTo>
                  <a:pt x="225987" y="562680"/>
                </a:lnTo>
                <a:lnTo>
                  <a:pt x="208451" y="558425"/>
                </a:lnTo>
                <a:lnTo>
                  <a:pt x="191220" y="553067"/>
                </a:lnTo>
                <a:lnTo>
                  <a:pt x="174363" y="546627"/>
                </a:lnTo>
                <a:lnTo>
                  <a:pt x="157949" y="539131"/>
                </a:lnTo>
                <a:lnTo>
                  <a:pt x="142043" y="530609"/>
                </a:lnTo>
                <a:lnTo>
                  <a:pt x="126709" y="521095"/>
                </a:lnTo>
                <a:lnTo>
                  <a:pt x="112010" y="510628"/>
                </a:lnTo>
                <a:lnTo>
                  <a:pt x="98005" y="499250"/>
                </a:lnTo>
                <a:lnTo>
                  <a:pt x="84749" y="487006"/>
                </a:lnTo>
                <a:lnTo>
                  <a:pt x="72296" y="473946"/>
                </a:lnTo>
                <a:lnTo>
                  <a:pt x="60697" y="460123"/>
                </a:lnTo>
                <a:lnTo>
                  <a:pt x="49998" y="445592"/>
                </a:lnTo>
                <a:lnTo>
                  <a:pt x="40242" y="430411"/>
                </a:lnTo>
                <a:lnTo>
                  <a:pt x="31469" y="414643"/>
                </a:lnTo>
                <a:lnTo>
                  <a:pt x="23713" y="398349"/>
                </a:lnTo>
                <a:lnTo>
                  <a:pt x="17007" y="381597"/>
                </a:lnTo>
                <a:lnTo>
                  <a:pt x="11376" y="364453"/>
                </a:lnTo>
                <a:lnTo>
                  <a:pt x="6844" y="346986"/>
                </a:lnTo>
                <a:lnTo>
                  <a:pt x="3429" y="329267"/>
                </a:lnTo>
                <a:lnTo>
                  <a:pt x="1145" y="311367"/>
                </a:lnTo>
                <a:lnTo>
                  <a:pt x="0" y="293359"/>
                </a:lnTo>
                <a:lnTo>
                  <a:pt x="0" y="275314"/>
                </a:lnTo>
                <a:lnTo>
                  <a:pt x="1145" y="257305"/>
                </a:lnTo>
                <a:lnTo>
                  <a:pt x="3429" y="239405"/>
                </a:lnTo>
                <a:lnTo>
                  <a:pt x="6844" y="221686"/>
                </a:lnTo>
                <a:lnTo>
                  <a:pt x="11376" y="204219"/>
                </a:lnTo>
                <a:lnTo>
                  <a:pt x="17007" y="187075"/>
                </a:lnTo>
                <a:lnTo>
                  <a:pt x="23713" y="170323"/>
                </a:lnTo>
                <a:lnTo>
                  <a:pt x="31469" y="154030"/>
                </a:lnTo>
                <a:lnTo>
                  <a:pt x="40242" y="138261"/>
                </a:lnTo>
                <a:lnTo>
                  <a:pt x="49998" y="123080"/>
                </a:lnTo>
                <a:lnTo>
                  <a:pt x="60697" y="108549"/>
                </a:lnTo>
                <a:lnTo>
                  <a:pt x="72296" y="94726"/>
                </a:lnTo>
                <a:lnTo>
                  <a:pt x="84749" y="81666"/>
                </a:lnTo>
                <a:lnTo>
                  <a:pt x="98005" y="69422"/>
                </a:lnTo>
                <a:lnTo>
                  <a:pt x="112010" y="58044"/>
                </a:lnTo>
                <a:lnTo>
                  <a:pt x="126709" y="47577"/>
                </a:lnTo>
                <a:lnTo>
                  <a:pt x="142043" y="38063"/>
                </a:lnTo>
                <a:lnTo>
                  <a:pt x="157949" y="29541"/>
                </a:lnTo>
                <a:lnTo>
                  <a:pt x="174363" y="22045"/>
                </a:lnTo>
                <a:lnTo>
                  <a:pt x="191220" y="15605"/>
                </a:lnTo>
                <a:lnTo>
                  <a:pt x="208451" y="10247"/>
                </a:lnTo>
                <a:lnTo>
                  <a:pt x="225987" y="5993"/>
                </a:lnTo>
                <a:lnTo>
                  <a:pt x="243758" y="2859"/>
                </a:lnTo>
                <a:lnTo>
                  <a:pt x="261692" y="859"/>
                </a:lnTo>
                <a:lnTo>
                  <a:pt x="279717" y="0"/>
                </a:lnTo>
                <a:lnTo>
                  <a:pt x="297759" y="287"/>
                </a:lnTo>
                <a:lnTo>
                  <a:pt x="315748" y="1717"/>
                </a:lnTo>
                <a:lnTo>
                  <a:pt x="333609" y="4285"/>
                </a:lnTo>
                <a:lnTo>
                  <a:pt x="351272" y="7981"/>
                </a:lnTo>
                <a:lnTo>
                  <a:pt x="368664" y="12789"/>
                </a:lnTo>
                <a:lnTo>
                  <a:pt x="385717" y="18691"/>
                </a:lnTo>
                <a:lnTo>
                  <a:pt x="402361" y="25663"/>
                </a:lnTo>
                <a:lnTo>
                  <a:pt x="418529" y="33676"/>
                </a:lnTo>
                <a:lnTo>
                  <a:pt x="434156" y="42698"/>
                </a:lnTo>
                <a:lnTo>
                  <a:pt x="449180" y="52694"/>
                </a:lnTo>
                <a:lnTo>
                  <a:pt x="463540" y="63622"/>
                </a:lnTo>
                <a:lnTo>
                  <a:pt x="477177" y="75439"/>
                </a:lnTo>
                <a:lnTo>
                  <a:pt x="490038" y="88097"/>
                </a:lnTo>
                <a:lnTo>
                  <a:pt x="502070" y="101546"/>
                </a:lnTo>
                <a:lnTo>
                  <a:pt x="513224" y="115730"/>
                </a:lnTo>
                <a:lnTo>
                  <a:pt x="523457" y="130593"/>
                </a:lnTo>
                <a:lnTo>
                  <a:pt x="532726" y="146076"/>
                </a:lnTo>
                <a:lnTo>
                  <a:pt x="540995" y="162115"/>
                </a:lnTo>
                <a:lnTo>
                  <a:pt x="548230" y="178646"/>
                </a:lnTo>
                <a:lnTo>
                  <a:pt x="554402" y="195603"/>
                </a:lnTo>
                <a:lnTo>
                  <a:pt x="559486" y="212917"/>
                </a:lnTo>
                <a:lnTo>
                  <a:pt x="563461" y="230518"/>
                </a:lnTo>
                <a:lnTo>
                  <a:pt x="566312" y="248337"/>
                </a:lnTo>
                <a:lnTo>
                  <a:pt x="568028" y="266300"/>
                </a:lnTo>
                <a:lnTo>
                  <a:pt x="568600" y="284336"/>
                </a:lnTo>
              </a:path>
            </a:pathLst>
          </a:custGeom>
          <a:noFill/>
          <a:ln w="9144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280913" y="1942377"/>
            <a:ext cx="581569" cy="930629"/>
          </a:xfrm>
          <a:custGeom>
            <a:avLst/>
            <a:gdLst/>
            <a:ahLst/>
            <a:cxnLst/>
            <a:rect l="l" t="t" r="r" b="b"/>
            <a:pathLst>
              <a:path w="581569" h="930629">
                <a:moveTo>
                  <a:pt x="581569" y="465314"/>
                </a:moveTo>
                <a:lnTo>
                  <a:pt x="580984" y="494830"/>
                </a:lnTo>
                <a:lnTo>
                  <a:pt x="579229" y="524227"/>
                </a:lnTo>
                <a:lnTo>
                  <a:pt x="576313" y="553387"/>
                </a:lnTo>
                <a:lnTo>
                  <a:pt x="572247" y="582192"/>
                </a:lnTo>
                <a:lnTo>
                  <a:pt x="567047" y="610526"/>
                </a:lnTo>
                <a:lnTo>
                  <a:pt x="560735" y="638276"/>
                </a:lnTo>
                <a:lnTo>
                  <a:pt x="553335" y="665329"/>
                </a:lnTo>
                <a:lnTo>
                  <a:pt x="544878" y="691577"/>
                </a:lnTo>
                <a:lnTo>
                  <a:pt x="535397" y="716914"/>
                </a:lnTo>
                <a:lnTo>
                  <a:pt x="524931" y="741238"/>
                </a:lnTo>
                <a:lnTo>
                  <a:pt x="513522" y="764450"/>
                </a:lnTo>
                <a:lnTo>
                  <a:pt x="501215" y="786458"/>
                </a:lnTo>
                <a:lnTo>
                  <a:pt x="488061" y="807173"/>
                </a:lnTo>
                <a:lnTo>
                  <a:pt x="474113" y="826512"/>
                </a:lnTo>
                <a:lnTo>
                  <a:pt x="459426" y="844396"/>
                </a:lnTo>
                <a:lnTo>
                  <a:pt x="444059" y="860753"/>
                </a:lnTo>
                <a:lnTo>
                  <a:pt x="428075" y="875519"/>
                </a:lnTo>
                <a:lnTo>
                  <a:pt x="411538" y="888632"/>
                </a:lnTo>
                <a:lnTo>
                  <a:pt x="394515" y="900041"/>
                </a:lnTo>
                <a:lnTo>
                  <a:pt x="377073" y="909700"/>
                </a:lnTo>
                <a:lnTo>
                  <a:pt x="359284" y="917569"/>
                </a:lnTo>
                <a:lnTo>
                  <a:pt x="341218" y="923617"/>
                </a:lnTo>
                <a:lnTo>
                  <a:pt x="322950" y="927820"/>
                </a:lnTo>
                <a:lnTo>
                  <a:pt x="304551" y="930160"/>
                </a:lnTo>
                <a:lnTo>
                  <a:pt x="286097" y="930629"/>
                </a:lnTo>
                <a:lnTo>
                  <a:pt x="267661" y="929223"/>
                </a:lnTo>
                <a:lnTo>
                  <a:pt x="249318" y="925950"/>
                </a:lnTo>
                <a:lnTo>
                  <a:pt x="231142" y="920822"/>
                </a:lnTo>
                <a:lnTo>
                  <a:pt x="213205" y="913860"/>
                </a:lnTo>
                <a:lnTo>
                  <a:pt x="195581" y="905092"/>
                </a:lnTo>
                <a:lnTo>
                  <a:pt x="178340" y="894553"/>
                </a:lnTo>
                <a:lnTo>
                  <a:pt x="161551" y="882285"/>
                </a:lnTo>
                <a:lnTo>
                  <a:pt x="145283" y="868339"/>
                </a:lnTo>
                <a:lnTo>
                  <a:pt x="129599" y="852770"/>
                </a:lnTo>
                <a:lnTo>
                  <a:pt x="114565" y="835640"/>
                </a:lnTo>
                <a:lnTo>
                  <a:pt x="100240" y="817020"/>
                </a:lnTo>
                <a:lnTo>
                  <a:pt x="86682" y="796983"/>
                </a:lnTo>
                <a:lnTo>
                  <a:pt x="73945" y="775611"/>
                </a:lnTo>
                <a:lnTo>
                  <a:pt x="62082" y="752989"/>
                </a:lnTo>
                <a:lnTo>
                  <a:pt x="51139" y="729209"/>
                </a:lnTo>
                <a:lnTo>
                  <a:pt x="41160" y="704366"/>
                </a:lnTo>
                <a:lnTo>
                  <a:pt x="32187" y="678561"/>
                </a:lnTo>
                <a:lnTo>
                  <a:pt x="24254" y="651897"/>
                </a:lnTo>
                <a:lnTo>
                  <a:pt x="17394" y="624481"/>
                </a:lnTo>
                <a:lnTo>
                  <a:pt x="11635" y="596425"/>
                </a:lnTo>
                <a:lnTo>
                  <a:pt x="7000" y="567841"/>
                </a:lnTo>
                <a:lnTo>
                  <a:pt x="3507" y="538844"/>
                </a:lnTo>
                <a:lnTo>
                  <a:pt x="1171" y="509551"/>
                </a:lnTo>
                <a:lnTo>
                  <a:pt x="0" y="480080"/>
                </a:lnTo>
                <a:lnTo>
                  <a:pt x="0" y="450549"/>
                </a:lnTo>
                <a:lnTo>
                  <a:pt x="1171" y="421078"/>
                </a:lnTo>
                <a:lnTo>
                  <a:pt x="3507" y="391785"/>
                </a:lnTo>
                <a:lnTo>
                  <a:pt x="7000" y="362788"/>
                </a:lnTo>
                <a:lnTo>
                  <a:pt x="11635" y="334204"/>
                </a:lnTo>
                <a:lnTo>
                  <a:pt x="17394" y="306148"/>
                </a:lnTo>
                <a:lnTo>
                  <a:pt x="24254" y="278732"/>
                </a:lnTo>
                <a:lnTo>
                  <a:pt x="32187" y="252068"/>
                </a:lnTo>
                <a:lnTo>
                  <a:pt x="41160" y="226263"/>
                </a:lnTo>
                <a:lnTo>
                  <a:pt x="51139" y="201420"/>
                </a:lnTo>
                <a:lnTo>
                  <a:pt x="62082" y="177640"/>
                </a:lnTo>
                <a:lnTo>
                  <a:pt x="73945" y="155018"/>
                </a:lnTo>
                <a:lnTo>
                  <a:pt x="86682" y="133646"/>
                </a:lnTo>
                <a:lnTo>
                  <a:pt x="100240" y="113609"/>
                </a:lnTo>
                <a:lnTo>
                  <a:pt x="114565" y="94989"/>
                </a:lnTo>
                <a:lnTo>
                  <a:pt x="129599" y="77859"/>
                </a:lnTo>
                <a:lnTo>
                  <a:pt x="145283" y="62290"/>
                </a:lnTo>
                <a:lnTo>
                  <a:pt x="161551" y="48343"/>
                </a:lnTo>
                <a:lnTo>
                  <a:pt x="178340" y="36076"/>
                </a:lnTo>
                <a:lnTo>
                  <a:pt x="195581" y="25537"/>
                </a:lnTo>
                <a:lnTo>
                  <a:pt x="213205" y="16769"/>
                </a:lnTo>
                <a:lnTo>
                  <a:pt x="231142" y="9807"/>
                </a:lnTo>
                <a:lnTo>
                  <a:pt x="249318" y="4679"/>
                </a:lnTo>
                <a:lnTo>
                  <a:pt x="267661" y="1406"/>
                </a:lnTo>
                <a:lnTo>
                  <a:pt x="286097" y="0"/>
                </a:lnTo>
                <a:lnTo>
                  <a:pt x="304551" y="469"/>
                </a:lnTo>
                <a:lnTo>
                  <a:pt x="322950" y="2809"/>
                </a:lnTo>
                <a:lnTo>
                  <a:pt x="341218" y="7012"/>
                </a:lnTo>
                <a:lnTo>
                  <a:pt x="359284" y="13060"/>
                </a:lnTo>
                <a:lnTo>
                  <a:pt x="377073" y="20929"/>
                </a:lnTo>
                <a:lnTo>
                  <a:pt x="394515" y="30588"/>
                </a:lnTo>
                <a:lnTo>
                  <a:pt x="411538" y="41997"/>
                </a:lnTo>
                <a:lnTo>
                  <a:pt x="428075" y="55110"/>
                </a:lnTo>
                <a:lnTo>
                  <a:pt x="444059" y="69875"/>
                </a:lnTo>
                <a:lnTo>
                  <a:pt x="459426" y="86233"/>
                </a:lnTo>
                <a:lnTo>
                  <a:pt x="474113" y="104117"/>
                </a:lnTo>
                <a:lnTo>
                  <a:pt x="488061" y="123456"/>
                </a:lnTo>
                <a:lnTo>
                  <a:pt x="501215" y="144171"/>
                </a:lnTo>
                <a:lnTo>
                  <a:pt x="513522" y="166179"/>
                </a:lnTo>
                <a:lnTo>
                  <a:pt x="524931" y="189391"/>
                </a:lnTo>
                <a:lnTo>
                  <a:pt x="535397" y="213715"/>
                </a:lnTo>
                <a:lnTo>
                  <a:pt x="544878" y="239052"/>
                </a:lnTo>
                <a:lnTo>
                  <a:pt x="553335" y="265300"/>
                </a:lnTo>
                <a:lnTo>
                  <a:pt x="560735" y="292353"/>
                </a:lnTo>
                <a:lnTo>
                  <a:pt x="567047" y="320103"/>
                </a:lnTo>
                <a:lnTo>
                  <a:pt x="572247" y="348437"/>
                </a:lnTo>
                <a:lnTo>
                  <a:pt x="576313" y="377242"/>
                </a:lnTo>
                <a:lnTo>
                  <a:pt x="579229" y="406402"/>
                </a:lnTo>
                <a:lnTo>
                  <a:pt x="580984" y="435799"/>
                </a:lnTo>
                <a:lnTo>
                  <a:pt x="581569" y="465314"/>
                </a:lnTo>
              </a:path>
            </a:pathLst>
          </a:custGeom>
          <a:noFill/>
          <a:ln w="9144">
            <a:solidFill>
              <a:srgbClr val="8A2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571625" y="2483984"/>
            <a:ext cx="280134" cy="48908"/>
          </a:xfrm>
          <a:custGeom>
            <a:avLst/>
            <a:gdLst/>
            <a:ahLst/>
            <a:cxnLst/>
            <a:rect l="l" t="t" r="r" b="b"/>
            <a:pathLst>
              <a:path w="280134" h="48908">
                <a:moveTo>
                  <a:pt x="0" y="0"/>
                </a:moveTo>
                <a:lnTo>
                  <a:pt x="280134" y="48908"/>
                </a:lnTo>
              </a:path>
            </a:pathLst>
          </a:custGeom>
          <a:noFill/>
          <a:ln w="9144">
            <a:solidFill>
              <a:srgbClr val="5F9E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1291490" y="2483984"/>
            <a:ext cx="280135" cy="48908"/>
          </a:xfrm>
          <a:custGeom>
            <a:avLst/>
            <a:gdLst/>
            <a:ahLst/>
            <a:cxnLst/>
            <a:rect l="l" t="t" r="r" b="b"/>
            <a:pathLst>
              <a:path w="280135" h="48908">
                <a:moveTo>
                  <a:pt x="280135" y="0"/>
                </a:moveTo>
                <a:lnTo>
                  <a:pt x="0" y="48908"/>
                </a:lnTo>
              </a:path>
            </a:pathLst>
          </a:custGeom>
          <a:noFill/>
          <a:ln w="9144">
            <a:solidFill>
              <a:srgbClr val="5F9E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