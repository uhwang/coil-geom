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6858000" cy="3516266"/>
          </a:xfrm>
          <a:custGeom>
            <a:avLst/>
            <a:gdLst/>
            <a:ahLst/>
            <a:cxnLst/>
            <a:rect l="l" t="t" r="r" b="b"/>
            <a:pathLst>
              <a:path w="6858000" h="3516266">
                <a:moveTo>
                  <a:pt x="0" y="2078105"/>
                </a:moveTo>
                <a:lnTo>
                  <a:pt x="6336" y="1915941"/>
                </a:lnTo>
                <a:lnTo>
                  <a:pt x="25307" y="1754765"/>
                </a:lnTo>
                <a:lnTo>
                  <a:pt x="56798" y="1595562"/>
                </a:lnTo>
                <a:lnTo>
                  <a:pt x="100615" y="1439301"/>
                </a:lnTo>
                <a:lnTo>
                  <a:pt x="156492" y="1286936"/>
                </a:lnTo>
                <a:lnTo>
                  <a:pt x="224087" y="1139396"/>
                </a:lnTo>
                <a:lnTo>
                  <a:pt x="302990" y="997580"/>
                </a:lnTo>
                <a:lnTo>
                  <a:pt x="392718" y="862353"/>
                </a:lnTo>
                <a:lnTo>
                  <a:pt x="492724" y="734540"/>
                </a:lnTo>
                <a:lnTo>
                  <a:pt x="602399" y="614921"/>
                </a:lnTo>
                <a:lnTo>
                  <a:pt x="721074" y="504225"/>
                </a:lnTo>
                <a:lnTo>
                  <a:pt x="848025" y="403126"/>
                </a:lnTo>
                <a:lnTo>
                  <a:pt x="982477" y="312242"/>
                </a:lnTo>
                <a:lnTo>
                  <a:pt x="1123612" y="232127"/>
                </a:lnTo>
                <a:lnTo>
                  <a:pt x="1270567" y="163268"/>
                </a:lnTo>
                <a:lnTo>
                  <a:pt x="1422448" y="106087"/>
                </a:lnTo>
                <a:lnTo>
                  <a:pt x="1578327" y="60932"/>
                </a:lnTo>
                <a:lnTo>
                  <a:pt x="1737255" y="28078"/>
                </a:lnTo>
                <a:lnTo>
                  <a:pt x="1898261" y="7726"/>
                </a:lnTo>
                <a:lnTo>
                  <a:pt x="2060365" y="0"/>
                </a:lnTo>
                <a:lnTo>
                  <a:pt x="2222578" y="4946"/>
                </a:lnTo>
                <a:lnTo>
                  <a:pt x="2383910" y="22535"/>
                </a:lnTo>
                <a:lnTo>
                  <a:pt x="2543377" y="52659"/>
                </a:lnTo>
                <a:lnTo>
                  <a:pt x="2700008" y="95135"/>
                </a:lnTo>
                <a:lnTo>
                  <a:pt x="2852847" y="149703"/>
                </a:lnTo>
                <a:lnTo>
                  <a:pt x="3000961" y="216032"/>
                </a:lnTo>
                <a:lnTo>
                  <a:pt x="3143449" y="293716"/>
                </a:lnTo>
                <a:lnTo>
                  <a:pt x="3279439" y="382281"/>
                </a:lnTo>
                <a:lnTo>
                  <a:pt x="3408105" y="481188"/>
                </a:lnTo>
                <a:lnTo>
                  <a:pt x="3528660" y="589834"/>
                </a:lnTo>
                <a:lnTo>
                  <a:pt x="3640370" y="707555"/>
                </a:lnTo>
                <a:lnTo>
                  <a:pt x="3742553" y="833634"/>
                </a:lnTo>
                <a:lnTo>
                  <a:pt x="3834586" y="967303"/>
                </a:lnTo>
                <a:lnTo>
                  <a:pt x="3915908" y="1107745"/>
                </a:lnTo>
                <a:lnTo>
                  <a:pt x="3986024" y="1254105"/>
                </a:lnTo>
                <a:lnTo>
                  <a:pt x="4044505" y="1405490"/>
                </a:lnTo>
                <a:lnTo>
                  <a:pt x="4090995" y="1560976"/>
                </a:lnTo>
                <a:lnTo>
                  <a:pt x="4125210" y="1719616"/>
                </a:lnTo>
                <a:lnTo>
                  <a:pt x="4146942" y="1880443"/>
                </a:lnTo>
                <a:lnTo>
                  <a:pt x="4156058" y="2042474"/>
                </a:lnTo>
                <a:lnTo>
                  <a:pt x="4152502" y="2204723"/>
                </a:lnTo>
                <a:lnTo>
                  <a:pt x="4136297" y="2366200"/>
                </a:lnTo>
                <a:lnTo>
                  <a:pt x="4107541" y="2525920"/>
                </a:lnTo>
                <a:lnTo>
                  <a:pt x="4066410" y="2682909"/>
                </a:lnTo>
                <a:lnTo>
                  <a:pt x="4013153" y="2836210"/>
                </a:lnTo>
                <a:lnTo>
                  <a:pt x="3948097" y="2984888"/>
                </a:lnTo>
                <a:lnTo>
                  <a:pt x="3871637" y="3128036"/>
                </a:lnTo>
                <a:lnTo>
                  <a:pt x="3784241" y="3264781"/>
                </a:lnTo>
                <a:lnTo>
                  <a:pt x="3686441" y="3394289"/>
                </a:lnTo>
                <a:lnTo>
                  <a:pt x="3686441" y="3394289"/>
                </a:lnTo>
                <a:lnTo>
                  <a:pt x="3670218" y="3412685"/>
                </a:lnTo>
                <a:lnTo>
                  <a:pt x="3652684" y="3429835"/>
                </a:lnTo>
                <a:lnTo>
                  <a:pt x="3633934" y="3445646"/>
                </a:lnTo>
                <a:lnTo>
                  <a:pt x="3614070" y="3460033"/>
                </a:lnTo>
                <a:lnTo>
                  <a:pt x="3593200" y="3472917"/>
                </a:lnTo>
                <a:lnTo>
                  <a:pt x="3571437" y="3484229"/>
                </a:lnTo>
                <a:lnTo>
                  <a:pt x="3548901" y="3493906"/>
                </a:lnTo>
                <a:lnTo>
                  <a:pt x="3525712" y="3501897"/>
                </a:lnTo>
                <a:lnTo>
                  <a:pt x="3501998" y="3508158"/>
                </a:lnTo>
                <a:lnTo>
                  <a:pt x="3477886" y="3512654"/>
                </a:lnTo>
                <a:lnTo>
                  <a:pt x="3453510" y="3515362"/>
                </a:lnTo>
                <a:lnTo>
                  <a:pt x="3429000" y="3516266"/>
                </a:lnTo>
                <a:lnTo>
                  <a:pt x="3404489" y="3515362"/>
                </a:lnTo>
                <a:lnTo>
                  <a:pt x="3380113" y="3512654"/>
                </a:lnTo>
                <a:lnTo>
                  <a:pt x="3356001" y="3508158"/>
                </a:lnTo>
                <a:lnTo>
                  <a:pt x="3332287" y="3501897"/>
                </a:lnTo>
                <a:lnTo>
                  <a:pt x="3309098" y="3493906"/>
                </a:lnTo>
                <a:lnTo>
                  <a:pt x="3286562" y="3484229"/>
                </a:lnTo>
                <a:lnTo>
                  <a:pt x="3264799" y="3472917"/>
                </a:lnTo>
                <a:lnTo>
                  <a:pt x="3243929" y="3460033"/>
                </a:lnTo>
                <a:lnTo>
                  <a:pt x="3224065" y="3445646"/>
                </a:lnTo>
                <a:lnTo>
                  <a:pt x="3205315" y="3429835"/>
                </a:lnTo>
                <a:lnTo>
                  <a:pt x="3187781" y="3412685"/>
                </a:lnTo>
                <a:lnTo>
                  <a:pt x="3171558" y="3394289"/>
                </a:lnTo>
                <a:lnTo>
                  <a:pt x="3171558" y="3394289"/>
                </a:lnTo>
                <a:lnTo>
                  <a:pt x="3073758" y="3264781"/>
                </a:lnTo>
                <a:lnTo>
                  <a:pt x="2986362" y="3128036"/>
                </a:lnTo>
                <a:lnTo>
                  <a:pt x="2909902" y="2984888"/>
                </a:lnTo>
                <a:lnTo>
                  <a:pt x="2844846" y="2836210"/>
                </a:lnTo>
                <a:lnTo>
                  <a:pt x="2791589" y="2682909"/>
                </a:lnTo>
                <a:lnTo>
                  <a:pt x="2750458" y="2525920"/>
                </a:lnTo>
                <a:lnTo>
                  <a:pt x="2721702" y="2366200"/>
                </a:lnTo>
                <a:lnTo>
                  <a:pt x="2705497" y="2204723"/>
                </a:lnTo>
                <a:lnTo>
                  <a:pt x="2701941" y="2042474"/>
                </a:lnTo>
                <a:lnTo>
                  <a:pt x="2711057" y="1880443"/>
                </a:lnTo>
                <a:lnTo>
                  <a:pt x="2732789" y="1719616"/>
                </a:lnTo>
                <a:lnTo>
                  <a:pt x="2767004" y="1560976"/>
                </a:lnTo>
                <a:lnTo>
                  <a:pt x="2813494" y="1405490"/>
                </a:lnTo>
                <a:lnTo>
                  <a:pt x="2871975" y="1254105"/>
                </a:lnTo>
                <a:lnTo>
                  <a:pt x="2942091" y="1107745"/>
                </a:lnTo>
                <a:lnTo>
                  <a:pt x="3023413" y="967303"/>
                </a:lnTo>
                <a:lnTo>
                  <a:pt x="3115446" y="833634"/>
                </a:lnTo>
                <a:lnTo>
                  <a:pt x="3217629" y="707555"/>
                </a:lnTo>
                <a:lnTo>
                  <a:pt x="3329339" y="589834"/>
                </a:lnTo>
                <a:lnTo>
                  <a:pt x="3449894" y="481188"/>
                </a:lnTo>
                <a:lnTo>
                  <a:pt x="3578560" y="382281"/>
                </a:lnTo>
                <a:lnTo>
                  <a:pt x="3714550" y="293716"/>
                </a:lnTo>
                <a:lnTo>
                  <a:pt x="3857038" y="216032"/>
                </a:lnTo>
                <a:lnTo>
                  <a:pt x="4005152" y="149703"/>
                </a:lnTo>
                <a:lnTo>
                  <a:pt x="4157991" y="95135"/>
                </a:lnTo>
                <a:lnTo>
                  <a:pt x="4314622" y="52659"/>
                </a:lnTo>
                <a:lnTo>
                  <a:pt x="4474089" y="22535"/>
                </a:lnTo>
                <a:lnTo>
                  <a:pt x="4635421" y="4946"/>
                </a:lnTo>
                <a:lnTo>
                  <a:pt x="4797634" y="0"/>
                </a:lnTo>
                <a:lnTo>
                  <a:pt x="4959738" y="7726"/>
                </a:lnTo>
                <a:lnTo>
                  <a:pt x="5120744" y="28078"/>
                </a:lnTo>
                <a:lnTo>
                  <a:pt x="5279672" y="60932"/>
                </a:lnTo>
                <a:lnTo>
                  <a:pt x="5435551" y="106087"/>
                </a:lnTo>
                <a:lnTo>
                  <a:pt x="5587432" y="163268"/>
                </a:lnTo>
                <a:lnTo>
                  <a:pt x="5734387" y="232127"/>
                </a:lnTo>
                <a:lnTo>
                  <a:pt x="5875522" y="312242"/>
                </a:lnTo>
                <a:lnTo>
                  <a:pt x="6009974" y="403126"/>
                </a:lnTo>
                <a:lnTo>
                  <a:pt x="6136925" y="504225"/>
                </a:lnTo>
                <a:lnTo>
                  <a:pt x="6255600" y="614921"/>
                </a:lnTo>
                <a:lnTo>
                  <a:pt x="6365275" y="734540"/>
                </a:lnTo>
                <a:lnTo>
                  <a:pt x="6465281" y="862353"/>
                </a:lnTo>
                <a:lnTo>
                  <a:pt x="6555009" y="997580"/>
                </a:lnTo>
                <a:lnTo>
                  <a:pt x="6633912" y="1139396"/>
                </a:lnTo>
                <a:lnTo>
                  <a:pt x="6701507" y="1286936"/>
                </a:lnTo>
                <a:lnTo>
                  <a:pt x="6757384" y="1439301"/>
                </a:lnTo>
                <a:lnTo>
                  <a:pt x="6801201" y="1595562"/>
                </a:lnTo>
                <a:lnTo>
                  <a:pt x="6832692" y="1754765"/>
                </a:lnTo>
                <a:lnTo>
                  <a:pt x="6851663" y="1915941"/>
                </a:lnTo>
                <a:lnTo>
                  <a:pt x="6858000" y="2078105"/>
                </a:lnTo>
              </a:path>
            </a:pathLst>
          </a:custGeom>
          <a:noFill/>
          <a:ln w="4572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