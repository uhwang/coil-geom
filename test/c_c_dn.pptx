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6858000" cy="1611622"/>
          </a:xfrm>
          <a:custGeom>
            <a:avLst/>
            <a:gdLst/>
            <a:ahLst/>
            <a:cxnLst/>
            <a:rect l="l" t="t" r="r" b="b"/>
            <a:pathLst>
              <a:path w="6858000" h="1611622">
                <a:moveTo>
                  <a:pt x="0" y="659157"/>
                </a:moveTo>
                <a:lnTo>
                  <a:pt x="2904" y="733482"/>
                </a:lnTo>
                <a:lnTo>
                  <a:pt x="11599" y="807354"/>
                </a:lnTo>
                <a:lnTo>
                  <a:pt x="26032" y="880322"/>
                </a:lnTo>
                <a:lnTo>
                  <a:pt x="46115" y="951942"/>
                </a:lnTo>
                <a:lnTo>
                  <a:pt x="71725" y="1021776"/>
                </a:lnTo>
                <a:lnTo>
                  <a:pt x="102706" y="1089398"/>
                </a:lnTo>
                <a:lnTo>
                  <a:pt x="138870" y="1154397"/>
                </a:lnTo>
                <a:lnTo>
                  <a:pt x="179995" y="1216376"/>
                </a:lnTo>
                <a:lnTo>
                  <a:pt x="225832" y="1274957"/>
                </a:lnTo>
                <a:lnTo>
                  <a:pt x="276099" y="1329783"/>
                </a:lnTo>
                <a:lnTo>
                  <a:pt x="330492" y="1380518"/>
                </a:lnTo>
                <a:lnTo>
                  <a:pt x="388678" y="1426855"/>
                </a:lnTo>
                <a:lnTo>
                  <a:pt x="450302" y="1468510"/>
                </a:lnTo>
                <a:lnTo>
                  <a:pt x="514988" y="1505230"/>
                </a:lnTo>
                <a:lnTo>
                  <a:pt x="582343" y="1536790"/>
                </a:lnTo>
                <a:lnTo>
                  <a:pt x="651955" y="1562998"/>
                </a:lnTo>
                <a:lnTo>
                  <a:pt x="723400" y="1583694"/>
                </a:lnTo>
                <a:lnTo>
                  <a:pt x="796241" y="1598752"/>
                </a:lnTo>
                <a:lnTo>
                  <a:pt x="870036" y="1608080"/>
                </a:lnTo>
                <a:lnTo>
                  <a:pt x="944334" y="1611622"/>
                </a:lnTo>
                <a:lnTo>
                  <a:pt x="1018681" y="1609354"/>
                </a:lnTo>
                <a:lnTo>
                  <a:pt x="1092625" y="1601293"/>
                </a:lnTo>
                <a:lnTo>
                  <a:pt x="1165714" y="1587486"/>
                </a:lnTo>
                <a:lnTo>
                  <a:pt x="1237503" y="1568018"/>
                </a:lnTo>
                <a:lnTo>
                  <a:pt x="1307555" y="1543007"/>
                </a:lnTo>
                <a:lnTo>
                  <a:pt x="1375440" y="1512607"/>
                </a:lnTo>
                <a:lnTo>
                  <a:pt x="1440747" y="1477002"/>
                </a:lnTo>
                <a:lnTo>
                  <a:pt x="1503076" y="1436409"/>
                </a:lnTo>
                <a:lnTo>
                  <a:pt x="1562048" y="1391077"/>
                </a:lnTo>
                <a:lnTo>
                  <a:pt x="1617302" y="1341281"/>
                </a:lnTo>
                <a:lnTo>
                  <a:pt x="1668502" y="1287325"/>
                </a:lnTo>
                <a:lnTo>
                  <a:pt x="1715336" y="1229539"/>
                </a:lnTo>
                <a:lnTo>
                  <a:pt x="1757518" y="1168274"/>
                </a:lnTo>
                <a:lnTo>
                  <a:pt x="1794791" y="1103905"/>
                </a:lnTo>
                <a:lnTo>
                  <a:pt x="1826927" y="1036823"/>
                </a:lnTo>
                <a:lnTo>
                  <a:pt x="1853731" y="967439"/>
                </a:lnTo>
                <a:lnTo>
                  <a:pt x="1875039" y="896174"/>
                </a:lnTo>
                <a:lnTo>
                  <a:pt x="1890721" y="823464"/>
                </a:lnTo>
                <a:lnTo>
                  <a:pt x="1900681" y="749752"/>
                </a:lnTo>
                <a:lnTo>
                  <a:pt x="1904859" y="675487"/>
                </a:lnTo>
                <a:lnTo>
                  <a:pt x="1903230" y="601123"/>
                </a:lnTo>
                <a:lnTo>
                  <a:pt x="1895803" y="527113"/>
                </a:lnTo>
                <a:lnTo>
                  <a:pt x="1882623" y="453908"/>
                </a:lnTo>
                <a:lnTo>
                  <a:pt x="1863771" y="381955"/>
                </a:lnTo>
                <a:lnTo>
                  <a:pt x="1839362" y="311692"/>
                </a:lnTo>
                <a:lnTo>
                  <a:pt x="1809544" y="243548"/>
                </a:lnTo>
                <a:lnTo>
                  <a:pt x="1774500" y="177938"/>
                </a:lnTo>
                <a:lnTo>
                  <a:pt x="1734444" y="115263"/>
                </a:lnTo>
                <a:lnTo>
                  <a:pt x="1689618" y="55905"/>
                </a:lnTo>
                <a:lnTo>
                  <a:pt x="1689618" y="55905"/>
                </a:lnTo>
                <a:lnTo>
                  <a:pt x="1682183" y="47474"/>
                </a:lnTo>
                <a:lnTo>
                  <a:pt x="1674146" y="39614"/>
                </a:lnTo>
                <a:lnTo>
                  <a:pt x="1665553" y="32367"/>
                </a:lnTo>
                <a:lnTo>
                  <a:pt x="1656448" y="25773"/>
                </a:lnTo>
                <a:lnTo>
                  <a:pt x="1646883" y="19867"/>
                </a:lnTo>
                <a:lnTo>
                  <a:pt x="1636909" y="14683"/>
                </a:lnTo>
                <a:lnTo>
                  <a:pt x="1626579" y="10247"/>
                </a:lnTo>
                <a:lnTo>
                  <a:pt x="1615951" y="6585"/>
                </a:lnTo>
                <a:lnTo>
                  <a:pt x="1605082" y="3716"/>
                </a:lnTo>
                <a:lnTo>
                  <a:pt x="1594031" y="1655"/>
                </a:lnTo>
                <a:lnTo>
                  <a:pt x="1582858" y="414"/>
                </a:lnTo>
                <a:lnTo>
                  <a:pt x="1571625" y="0"/>
                </a:lnTo>
                <a:lnTo>
                  <a:pt x="1560391" y="414"/>
                </a:lnTo>
                <a:lnTo>
                  <a:pt x="1549218" y="1655"/>
                </a:lnTo>
                <a:lnTo>
                  <a:pt x="1538167" y="3716"/>
                </a:lnTo>
                <a:lnTo>
                  <a:pt x="1527298" y="6585"/>
                </a:lnTo>
                <a:lnTo>
                  <a:pt x="1516670" y="10247"/>
                </a:lnTo>
                <a:lnTo>
                  <a:pt x="1506340" y="14683"/>
                </a:lnTo>
                <a:lnTo>
                  <a:pt x="1496366" y="19867"/>
                </a:lnTo>
                <a:lnTo>
                  <a:pt x="1486801" y="25773"/>
                </a:lnTo>
                <a:lnTo>
                  <a:pt x="1477696" y="32367"/>
                </a:lnTo>
                <a:lnTo>
                  <a:pt x="1469103" y="39614"/>
                </a:lnTo>
                <a:lnTo>
                  <a:pt x="1461066" y="47474"/>
                </a:lnTo>
                <a:lnTo>
                  <a:pt x="1453631" y="55905"/>
                </a:lnTo>
                <a:lnTo>
                  <a:pt x="1453631" y="55905"/>
                </a:lnTo>
                <a:lnTo>
                  <a:pt x="1401269" y="126261"/>
                </a:lnTo>
                <a:lnTo>
                  <a:pt x="1355601" y="201135"/>
                </a:lnTo>
                <a:lnTo>
                  <a:pt x="1317014" y="279892"/>
                </a:lnTo>
                <a:lnTo>
                  <a:pt x="1285833" y="361864"/>
                </a:lnTo>
                <a:lnTo>
                  <a:pt x="1262325" y="446357"/>
                </a:lnTo>
                <a:lnTo>
                  <a:pt x="1246687" y="532653"/>
                </a:lnTo>
                <a:lnTo>
                  <a:pt x="1239054" y="620022"/>
                </a:lnTo>
                <a:lnTo>
                  <a:pt x="1239488" y="707723"/>
                </a:lnTo>
                <a:lnTo>
                  <a:pt x="1247988" y="795013"/>
                </a:lnTo>
                <a:lnTo>
                  <a:pt x="1264480" y="881150"/>
                </a:lnTo>
                <a:lnTo>
                  <a:pt x="1288825" y="965405"/>
                </a:lnTo>
                <a:lnTo>
                  <a:pt x="1320816" y="1047065"/>
                </a:lnTo>
                <a:lnTo>
                  <a:pt x="1360183" y="1125435"/>
                </a:lnTo>
                <a:lnTo>
                  <a:pt x="1406591" y="1199852"/>
                </a:lnTo>
                <a:lnTo>
                  <a:pt x="1459647" y="1269686"/>
                </a:lnTo>
                <a:lnTo>
                  <a:pt x="1518902" y="1334343"/>
                </a:lnTo>
                <a:lnTo>
                  <a:pt x="1583852" y="1393276"/>
                </a:lnTo>
                <a:lnTo>
                  <a:pt x="1653947" y="1445985"/>
                </a:lnTo>
                <a:lnTo>
                  <a:pt x="1728594" y="1492024"/>
                </a:lnTo>
                <a:lnTo>
                  <a:pt x="1807158" y="1531002"/>
                </a:lnTo>
                <a:lnTo>
                  <a:pt x="1888975" y="1562588"/>
                </a:lnTo>
                <a:lnTo>
                  <a:pt x="1973350" y="1586515"/>
                </a:lnTo>
                <a:lnTo>
                  <a:pt x="2059568" y="1602580"/>
                </a:lnTo>
                <a:lnTo>
                  <a:pt x="2146898" y="1610647"/>
                </a:lnTo>
                <a:lnTo>
                  <a:pt x="2234601" y="1610647"/>
                </a:lnTo>
                <a:lnTo>
                  <a:pt x="2321931" y="1602580"/>
                </a:lnTo>
                <a:lnTo>
                  <a:pt x="2408149" y="1586515"/>
                </a:lnTo>
                <a:lnTo>
                  <a:pt x="2492524" y="1562588"/>
                </a:lnTo>
                <a:lnTo>
                  <a:pt x="2574341" y="1531002"/>
                </a:lnTo>
                <a:lnTo>
                  <a:pt x="2652905" y="1492024"/>
                </a:lnTo>
                <a:lnTo>
                  <a:pt x="2727552" y="1445985"/>
                </a:lnTo>
                <a:lnTo>
                  <a:pt x="2797647" y="1393276"/>
                </a:lnTo>
                <a:lnTo>
                  <a:pt x="2862597" y="1334343"/>
                </a:lnTo>
                <a:lnTo>
                  <a:pt x="2921852" y="1269686"/>
                </a:lnTo>
                <a:lnTo>
                  <a:pt x="2974908" y="1199852"/>
                </a:lnTo>
                <a:lnTo>
                  <a:pt x="3021316" y="1125435"/>
                </a:lnTo>
                <a:lnTo>
                  <a:pt x="3060683" y="1047065"/>
                </a:lnTo>
                <a:lnTo>
                  <a:pt x="3092674" y="965405"/>
                </a:lnTo>
                <a:lnTo>
                  <a:pt x="3117019" y="881150"/>
                </a:lnTo>
                <a:lnTo>
                  <a:pt x="3133511" y="795013"/>
                </a:lnTo>
                <a:lnTo>
                  <a:pt x="3142011" y="707723"/>
                </a:lnTo>
                <a:lnTo>
                  <a:pt x="3142445" y="620022"/>
                </a:lnTo>
                <a:lnTo>
                  <a:pt x="3134812" y="532653"/>
                </a:lnTo>
                <a:lnTo>
                  <a:pt x="3119174" y="446357"/>
                </a:lnTo>
                <a:lnTo>
                  <a:pt x="3095666" y="361864"/>
                </a:lnTo>
                <a:lnTo>
                  <a:pt x="3064485" y="279892"/>
                </a:lnTo>
                <a:lnTo>
                  <a:pt x="3025898" y="201135"/>
                </a:lnTo>
                <a:lnTo>
                  <a:pt x="2980230" y="126261"/>
                </a:lnTo>
                <a:lnTo>
                  <a:pt x="2927868" y="55905"/>
                </a:lnTo>
                <a:lnTo>
                  <a:pt x="2927868" y="55905"/>
                </a:lnTo>
                <a:lnTo>
                  <a:pt x="2920433" y="47474"/>
                </a:lnTo>
                <a:lnTo>
                  <a:pt x="2912396" y="39614"/>
                </a:lnTo>
                <a:lnTo>
                  <a:pt x="2903803" y="32367"/>
                </a:lnTo>
                <a:lnTo>
                  <a:pt x="2894698" y="25773"/>
                </a:lnTo>
                <a:lnTo>
                  <a:pt x="2885133" y="19867"/>
                </a:lnTo>
                <a:lnTo>
                  <a:pt x="2875159" y="14683"/>
                </a:lnTo>
                <a:lnTo>
                  <a:pt x="2864829" y="10247"/>
                </a:lnTo>
                <a:lnTo>
                  <a:pt x="2854201" y="6585"/>
                </a:lnTo>
                <a:lnTo>
                  <a:pt x="2843332" y="3716"/>
                </a:lnTo>
                <a:lnTo>
                  <a:pt x="2832281" y="1655"/>
                </a:lnTo>
                <a:lnTo>
                  <a:pt x="2821108" y="414"/>
                </a:lnTo>
                <a:lnTo>
                  <a:pt x="2809875" y="0"/>
                </a:lnTo>
                <a:lnTo>
                  <a:pt x="2798641" y="414"/>
                </a:lnTo>
                <a:lnTo>
                  <a:pt x="2787468" y="1655"/>
                </a:lnTo>
                <a:lnTo>
                  <a:pt x="2776417" y="3716"/>
                </a:lnTo>
                <a:lnTo>
                  <a:pt x="2765548" y="6585"/>
                </a:lnTo>
                <a:lnTo>
                  <a:pt x="2754920" y="10247"/>
                </a:lnTo>
                <a:lnTo>
                  <a:pt x="2744590" y="14683"/>
                </a:lnTo>
                <a:lnTo>
                  <a:pt x="2734616" y="19867"/>
                </a:lnTo>
                <a:lnTo>
                  <a:pt x="2725051" y="25773"/>
                </a:lnTo>
                <a:lnTo>
                  <a:pt x="2715946" y="32367"/>
                </a:lnTo>
                <a:lnTo>
                  <a:pt x="2707353" y="39614"/>
                </a:lnTo>
                <a:lnTo>
                  <a:pt x="2699316" y="47474"/>
                </a:lnTo>
                <a:lnTo>
                  <a:pt x="2691881" y="55905"/>
                </a:lnTo>
                <a:lnTo>
                  <a:pt x="2691881" y="55905"/>
                </a:lnTo>
                <a:lnTo>
                  <a:pt x="2639519" y="126261"/>
                </a:lnTo>
                <a:lnTo>
                  <a:pt x="2593851" y="201135"/>
                </a:lnTo>
                <a:lnTo>
                  <a:pt x="2555264" y="279892"/>
                </a:lnTo>
                <a:lnTo>
                  <a:pt x="2524083" y="361864"/>
                </a:lnTo>
                <a:lnTo>
                  <a:pt x="2500575" y="446357"/>
                </a:lnTo>
                <a:lnTo>
                  <a:pt x="2484937" y="532653"/>
                </a:lnTo>
                <a:lnTo>
                  <a:pt x="2477304" y="620022"/>
                </a:lnTo>
                <a:lnTo>
                  <a:pt x="2477738" y="707723"/>
                </a:lnTo>
                <a:lnTo>
                  <a:pt x="2486238" y="795013"/>
                </a:lnTo>
                <a:lnTo>
                  <a:pt x="2502730" y="881150"/>
                </a:lnTo>
                <a:lnTo>
                  <a:pt x="2527075" y="965405"/>
                </a:lnTo>
                <a:lnTo>
                  <a:pt x="2559066" y="1047065"/>
                </a:lnTo>
                <a:lnTo>
                  <a:pt x="2598433" y="1125435"/>
                </a:lnTo>
                <a:lnTo>
                  <a:pt x="2644841" y="1199852"/>
                </a:lnTo>
                <a:lnTo>
                  <a:pt x="2697897" y="1269686"/>
                </a:lnTo>
                <a:lnTo>
                  <a:pt x="2757152" y="1334343"/>
                </a:lnTo>
                <a:lnTo>
                  <a:pt x="2822102" y="1393276"/>
                </a:lnTo>
                <a:lnTo>
                  <a:pt x="2892197" y="1445985"/>
                </a:lnTo>
                <a:lnTo>
                  <a:pt x="2966844" y="1492024"/>
                </a:lnTo>
                <a:lnTo>
                  <a:pt x="3045408" y="1531002"/>
                </a:lnTo>
                <a:lnTo>
                  <a:pt x="3127225" y="1562588"/>
                </a:lnTo>
                <a:lnTo>
                  <a:pt x="3211600" y="1586515"/>
                </a:lnTo>
                <a:lnTo>
                  <a:pt x="3297818" y="1602580"/>
                </a:lnTo>
                <a:lnTo>
                  <a:pt x="3385148" y="1610647"/>
                </a:lnTo>
                <a:lnTo>
                  <a:pt x="3472851" y="1610647"/>
                </a:lnTo>
                <a:lnTo>
                  <a:pt x="3560181" y="1602580"/>
                </a:lnTo>
                <a:lnTo>
                  <a:pt x="3646399" y="1586515"/>
                </a:lnTo>
                <a:lnTo>
                  <a:pt x="3730774" y="1562588"/>
                </a:lnTo>
                <a:lnTo>
                  <a:pt x="3812591" y="1531002"/>
                </a:lnTo>
                <a:lnTo>
                  <a:pt x="3891155" y="1492024"/>
                </a:lnTo>
                <a:lnTo>
                  <a:pt x="3965802" y="1445985"/>
                </a:lnTo>
                <a:lnTo>
                  <a:pt x="4035897" y="1393276"/>
                </a:lnTo>
                <a:lnTo>
                  <a:pt x="4100847" y="1334343"/>
                </a:lnTo>
                <a:lnTo>
                  <a:pt x="4160102" y="1269686"/>
                </a:lnTo>
                <a:lnTo>
                  <a:pt x="4213158" y="1199852"/>
                </a:lnTo>
                <a:lnTo>
                  <a:pt x="4259566" y="1125435"/>
                </a:lnTo>
                <a:lnTo>
                  <a:pt x="4298933" y="1047065"/>
                </a:lnTo>
                <a:lnTo>
                  <a:pt x="4330924" y="965405"/>
                </a:lnTo>
                <a:lnTo>
                  <a:pt x="4355269" y="881150"/>
                </a:lnTo>
                <a:lnTo>
                  <a:pt x="4371761" y="795013"/>
                </a:lnTo>
                <a:lnTo>
                  <a:pt x="4380261" y="707723"/>
                </a:lnTo>
                <a:lnTo>
                  <a:pt x="4380695" y="620022"/>
                </a:lnTo>
                <a:lnTo>
                  <a:pt x="4373062" y="532653"/>
                </a:lnTo>
                <a:lnTo>
                  <a:pt x="4357424" y="446357"/>
                </a:lnTo>
                <a:lnTo>
                  <a:pt x="4333916" y="361864"/>
                </a:lnTo>
                <a:lnTo>
                  <a:pt x="4302735" y="279892"/>
                </a:lnTo>
                <a:lnTo>
                  <a:pt x="4264148" y="201135"/>
                </a:lnTo>
                <a:lnTo>
                  <a:pt x="4218480" y="126261"/>
                </a:lnTo>
                <a:lnTo>
                  <a:pt x="4166118" y="55905"/>
                </a:lnTo>
                <a:lnTo>
                  <a:pt x="4166118" y="55905"/>
                </a:lnTo>
                <a:lnTo>
                  <a:pt x="4158683" y="47474"/>
                </a:lnTo>
                <a:lnTo>
                  <a:pt x="4150646" y="39614"/>
                </a:lnTo>
                <a:lnTo>
                  <a:pt x="4142053" y="32367"/>
                </a:lnTo>
                <a:lnTo>
                  <a:pt x="4132948" y="25773"/>
                </a:lnTo>
                <a:lnTo>
                  <a:pt x="4123383" y="19867"/>
                </a:lnTo>
                <a:lnTo>
                  <a:pt x="4113409" y="14683"/>
                </a:lnTo>
                <a:lnTo>
                  <a:pt x="4103079" y="10247"/>
                </a:lnTo>
                <a:lnTo>
                  <a:pt x="4092451" y="6585"/>
                </a:lnTo>
                <a:lnTo>
                  <a:pt x="4081582" y="3716"/>
                </a:lnTo>
                <a:lnTo>
                  <a:pt x="4070531" y="1655"/>
                </a:lnTo>
                <a:lnTo>
                  <a:pt x="4059358" y="414"/>
                </a:lnTo>
                <a:lnTo>
                  <a:pt x="4048125" y="0"/>
                </a:lnTo>
                <a:lnTo>
                  <a:pt x="4036891" y="414"/>
                </a:lnTo>
                <a:lnTo>
                  <a:pt x="4025718" y="1655"/>
                </a:lnTo>
                <a:lnTo>
                  <a:pt x="4014667" y="3716"/>
                </a:lnTo>
                <a:lnTo>
                  <a:pt x="4003798" y="6585"/>
                </a:lnTo>
                <a:lnTo>
                  <a:pt x="3993170" y="10247"/>
                </a:lnTo>
                <a:lnTo>
                  <a:pt x="3982840" y="14683"/>
                </a:lnTo>
                <a:lnTo>
                  <a:pt x="3972866" y="19867"/>
                </a:lnTo>
                <a:lnTo>
                  <a:pt x="3963301" y="25773"/>
                </a:lnTo>
                <a:lnTo>
                  <a:pt x="3954196" y="32367"/>
                </a:lnTo>
                <a:lnTo>
                  <a:pt x="3945603" y="39614"/>
                </a:lnTo>
                <a:lnTo>
                  <a:pt x="3937566" y="47474"/>
                </a:lnTo>
                <a:lnTo>
                  <a:pt x="3930131" y="55905"/>
                </a:lnTo>
                <a:lnTo>
                  <a:pt x="3930131" y="55905"/>
                </a:lnTo>
                <a:lnTo>
                  <a:pt x="3877769" y="126261"/>
                </a:lnTo>
                <a:lnTo>
                  <a:pt x="3832101" y="201135"/>
                </a:lnTo>
                <a:lnTo>
                  <a:pt x="3793514" y="279892"/>
                </a:lnTo>
                <a:lnTo>
                  <a:pt x="3762333" y="361864"/>
                </a:lnTo>
                <a:lnTo>
                  <a:pt x="3738825" y="446357"/>
                </a:lnTo>
                <a:lnTo>
                  <a:pt x="3723187" y="532653"/>
                </a:lnTo>
                <a:lnTo>
                  <a:pt x="3715554" y="620022"/>
                </a:lnTo>
                <a:lnTo>
                  <a:pt x="3715988" y="707723"/>
                </a:lnTo>
                <a:lnTo>
                  <a:pt x="3724488" y="795013"/>
                </a:lnTo>
                <a:lnTo>
                  <a:pt x="3740980" y="881150"/>
                </a:lnTo>
                <a:lnTo>
                  <a:pt x="3765325" y="965405"/>
                </a:lnTo>
                <a:lnTo>
                  <a:pt x="3797316" y="1047065"/>
                </a:lnTo>
                <a:lnTo>
                  <a:pt x="3836683" y="1125435"/>
                </a:lnTo>
                <a:lnTo>
                  <a:pt x="3883091" y="1199852"/>
                </a:lnTo>
                <a:lnTo>
                  <a:pt x="3936147" y="1269686"/>
                </a:lnTo>
                <a:lnTo>
                  <a:pt x="3995402" y="1334343"/>
                </a:lnTo>
                <a:lnTo>
                  <a:pt x="4060352" y="1393276"/>
                </a:lnTo>
                <a:lnTo>
                  <a:pt x="4130447" y="1445985"/>
                </a:lnTo>
                <a:lnTo>
                  <a:pt x="4205094" y="1492024"/>
                </a:lnTo>
                <a:lnTo>
                  <a:pt x="4283658" y="1531002"/>
                </a:lnTo>
                <a:lnTo>
                  <a:pt x="4365475" y="1562588"/>
                </a:lnTo>
                <a:lnTo>
                  <a:pt x="4449850" y="1586515"/>
                </a:lnTo>
                <a:lnTo>
                  <a:pt x="4536068" y="1602580"/>
                </a:lnTo>
                <a:lnTo>
                  <a:pt x="4623398" y="1610647"/>
                </a:lnTo>
                <a:lnTo>
                  <a:pt x="4711101" y="1610647"/>
                </a:lnTo>
                <a:lnTo>
                  <a:pt x="4798431" y="1602580"/>
                </a:lnTo>
                <a:lnTo>
                  <a:pt x="4884649" y="1586515"/>
                </a:lnTo>
                <a:lnTo>
                  <a:pt x="4969024" y="1562588"/>
                </a:lnTo>
                <a:lnTo>
                  <a:pt x="5050841" y="1531002"/>
                </a:lnTo>
                <a:lnTo>
                  <a:pt x="5129405" y="1492024"/>
                </a:lnTo>
                <a:lnTo>
                  <a:pt x="5204052" y="1445985"/>
                </a:lnTo>
                <a:lnTo>
                  <a:pt x="5274147" y="1393276"/>
                </a:lnTo>
                <a:lnTo>
                  <a:pt x="5339097" y="1334343"/>
                </a:lnTo>
                <a:lnTo>
                  <a:pt x="5398352" y="1269686"/>
                </a:lnTo>
                <a:lnTo>
                  <a:pt x="5451408" y="1199852"/>
                </a:lnTo>
                <a:lnTo>
                  <a:pt x="5497816" y="1125435"/>
                </a:lnTo>
                <a:lnTo>
                  <a:pt x="5537183" y="1047065"/>
                </a:lnTo>
                <a:lnTo>
                  <a:pt x="5569174" y="965405"/>
                </a:lnTo>
                <a:lnTo>
                  <a:pt x="5593519" y="881150"/>
                </a:lnTo>
                <a:lnTo>
                  <a:pt x="5610011" y="795013"/>
                </a:lnTo>
                <a:lnTo>
                  <a:pt x="5618511" y="707723"/>
                </a:lnTo>
                <a:lnTo>
                  <a:pt x="5618945" y="620022"/>
                </a:lnTo>
                <a:lnTo>
                  <a:pt x="5611312" y="532653"/>
                </a:lnTo>
                <a:lnTo>
                  <a:pt x="5595674" y="446357"/>
                </a:lnTo>
                <a:lnTo>
                  <a:pt x="5572166" y="361864"/>
                </a:lnTo>
                <a:lnTo>
                  <a:pt x="5540985" y="279892"/>
                </a:lnTo>
                <a:lnTo>
                  <a:pt x="5502398" y="201135"/>
                </a:lnTo>
                <a:lnTo>
                  <a:pt x="5456730" y="126261"/>
                </a:lnTo>
                <a:lnTo>
                  <a:pt x="5404368" y="55905"/>
                </a:lnTo>
                <a:lnTo>
                  <a:pt x="5404368" y="55905"/>
                </a:lnTo>
                <a:lnTo>
                  <a:pt x="5396933" y="47474"/>
                </a:lnTo>
                <a:lnTo>
                  <a:pt x="5388896" y="39614"/>
                </a:lnTo>
                <a:lnTo>
                  <a:pt x="5380303" y="32367"/>
                </a:lnTo>
                <a:lnTo>
                  <a:pt x="5371198" y="25773"/>
                </a:lnTo>
                <a:lnTo>
                  <a:pt x="5361633" y="19867"/>
                </a:lnTo>
                <a:lnTo>
                  <a:pt x="5351659" y="14683"/>
                </a:lnTo>
                <a:lnTo>
                  <a:pt x="5341329" y="10247"/>
                </a:lnTo>
                <a:lnTo>
                  <a:pt x="5330701" y="6585"/>
                </a:lnTo>
                <a:lnTo>
                  <a:pt x="5319832" y="3716"/>
                </a:lnTo>
                <a:lnTo>
                  <a:pt x="5308781" y="1655"/>
                </a:lnTo>
                <a:lnTo>
                  <a:pt x="5297608" y="414"/>
                </a:lnTo>
                <a:lnTo>
                  <a:pt x="5286375" y="0"/>
                </a:lnTo>
                <a:lnTo>
                  <a:pt x="5275141" y="414"/>
                </a:lnTo>
                <a:lnTo>
                  <a:pt x="5263968" y="1655"/>
                </a:lnTo>
                <a:lnTo>
                  <a:pt x="5252917" y="3716"/>
                </a:lnTo>
                <a:lnTo>
                  <a:pt x="5242048" y="6585"/>
                </a:lnTo>
                <a:lnTo>
                  <a:pt x="5231420" y="10247"/>
                </a:lnTo>
                <a:lnTo>
                  <a:pt x="5221090" y="14683"/>
                </a:lnTo>
                <a:lnTo>
                  <a:pt x="5211116" y="19867"/>
                </a:lnTo>
                <a:lnTo>
                  <a:pt x="5201551" y="25773"/>
                </a:lnTo>
                <a:lnTo>
                  <a:pt x="5192446" y="32367"/>
                </a:lnTo>
                <a:lnTo>
                  <a:pt x="5183853" y="39614"/>
                </a:lnTo>
                <a:lnTo>
                  <a:pt x="5175816" y="47474"/>
                </a:lnTo>
                <a:lnTo>
                  <a:pt x="5168381" y="55905"/>
                </a:lnTo>
                <a:lnTo>
                  <a:pt x="5168381" y="55905"/>
                </a:lnTo>
                <a:lnTo>
                  <a:pt x="5123555" y="115263"/>
                </a:lnTo>
                <a:lnTo>
                  <a:pt x="5083499" y="177938"/>
                </a:lnTo>
                <a:lnTo>
                  <a:pt x="5048455" y="243548"/>
                </a:lnTo>
                <a:lnTo>
                  <a:pt x="5018637" y="311692"/>
                </a:lnTo>
                <a:lnTo>
                  <a:pt x="4994228" y="381955"/>
                </a:lnTo>
                <a:lnTo>
                  <a:pt x="4975376" y="453908"/>
                </a:lnTo>
                <a:lnTo>
                  <a:pt x="4962196" y="527113"/>
                </a:lnTo>
                <a:lnTo>
                  <a:pt x="4954769" y="601123"/>
                </a:lnTo>
                <a:lnTo>
                  <a:pt x="4953140" y="675487"/>
                </a:lnTo>
                <a:lnTo>
                  <a:pt x="4957318" y="749752"/>
                </a:lnTo>
                <a:lnTo>
                  <a:pt x="4967278" y="823464"/>
                </a:lnTo>
                <a:lnTo>
                  <a:pt x="4982960" y="896174"/>
                </a:lnTo>
                <a:lnTo>
                  <a:pt x="5004268" y="967439"/>
                </a:lnTo>
                <a:lnTo>
                  <a:pt x="5031072" y="1036823"/>
                </a:lnTo>
                <a:lnTo>
                  <a:pt x="5063208" y="1103905"/>
                </a:lnTo>
                <a:lnTo>
                  <a:pt x="5100481" y="1168274"/>
                </a:lnTo>
                <a:lnTo>
                  <a:pt x="5142663" y="1229539"/>
                </a:lnTo>
                <a:lnTo>
                  <a:pt x="5189497" y="1287325"/>
                </a:lnTo>
                <a:lnTo>
                  <a:pt x="5240697" y="1341281"/>
                </a:lnTo>
                <a:lnTo>
                  <a:pt x="5295951" y="1391077"/>
                </a:lnTo>
                <a:lnTo>
                  <a:pt x="5354923" y="1436409"/>
                </a:lnTo>
                <a:lnTo>
                  <a:pt x="5417252" y="1477002"/>
                </a:lnTo>
                <a:lnTo>
                  <a:pt x="5482559" y="1512607"/>
                </a:lnTo>
                <a:lnTo>
                  <a:pt x="5550444" y="1543007"/>
                </a:lnTo>
                <a:lnTo>
                  <a:pt x="5620496" y="1568018"/>
                </a:lnTo>
                <a:lnTo>
                  <a:pt x="5692285" y="1587486"/>
                </a:lnTo>
                <a:lnTo>
                  <a:pt x="5765374" y="1601293"/>
                </a:lnTo>
                <a:lnTo>
                  <a:pt x="5839318" y="1609354"/>
                </a:lnTo>
                <a:lnTo>
                  <a:pt x="5913665" y="1611622"/>
                </a:lnTo>
                <a:lnTo>
                  <a:pt x="5987963" y="1608080"/>
                </a:lnTo>
                <a:lnTo>
                  <a:pt x="6061758" y="1598752"/>
                </a:lnTo>
                <a:lnTo>
                  <a:pt x="6134599" y="1583694"/>
                </a:lnTo>
                <a:lnTo>
                  <a:pt x="6206044" y="1562998"/>
                </a:lnTo>
                <a:lnTo>
                  <a:pt x="6275656" y="1536790"/>
                </a:lnTo>
                <a:lnTo>
                  <a:pt x="6343011" y="1505230"/>
                </a:lnTo>
                <a:lnTo>
                  <a:pt x="6407697" y="1468510"/>
                </a:lnTo>
                <a:lnTo>
                  <a:pt x="6469321" y="1426855"/>
                </a:lnTo>
                <a:lnTo>
                  <a:pt x="6527507" y="1380518"/>
                </a:lnTo>
                <a:lnTo>
                  <a:pt x="6581900" y="1329783"/>
                </a:lnTo>
                <a:lnTo>
                  <a:pt x="6632167" y="1274957"/>
                </a:lnTo>
                <a:lnTo>
                  <a:pt x="6678004" y="1216376"/>
                </a:lnTo>
                <a:lnTo>
                  <a:pt x="6719129" y="1154397"/>
                </a:lnTo>
                <a:lnTo>
                  <a:pt x="6755293" y="1089398"/>
                </a:lnTo>
                <a:lnTo>
                  <a:pt x="6786274" y="1021776"/>
                </a:lnTo>
                <a:lnTo>
                  <a:pt x="6811884" y="951942"/>
                </a:lnTo>
                <a:lnTo>
                  <a:pt x="6831967" y="880322"/>
                </a:lnTo>
                <a:lnTo>
                  <a:pt x="6846400" y="807354"/>
                </a:lnTo>
                <a:lnTo>
                  <a:pt x="6855095" y="733482"/>
                </a:lnTo>
                <a:lnTo>
                  <a:pt x="6858000" y="659157"/>
                </a:lnTo>
              </a:path>
            </a:pathLst>
          </a:custGeom>
          <a:noFill/>
          <a:ln w="9144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