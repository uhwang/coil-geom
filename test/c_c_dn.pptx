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0" y="0"/>
            <a:ext cx="6858000" cy="3516266"/>
          </a:xfrm>
          <a:custGeom>
            <a:avLst/>
            <a:gdLst/>
            <a:ahLst/>
            <a:cxnLst/>
            <a:rect l="l" t="t" r="r" b="b"/>
            <a:pathLst>
              <a:path w="6858000" h="3516266">
                <a:moveTo>
                  <a:pt x="0" y="1438160"/>
                </a:moveTo>
                <a:lnTo>
                  <a:pt x="6336" y="1600324"/>
                </a:lnTo>
                <a:lnTo>
                  <a:pt x="25307" y="1761500"/>
                </a:lnTo>
                <a:lnTo>
                  <a:pt x="56798" y="1920703"/>
                </a:lnTo>
                <a:lnTo>
                  <a:pt x="100615" y="2076964"/>
                </a:lnTo>
                <a:lnTo>
                  <a:pt x="156492" y="2229329"/>
                </a:lnTo>
                <a:lnTo>
                  <a:pt x="224087" y="2376870"/>
                </a:lnTo>
                <a:lnTo>
                  <a:pt x="302990" y="2518686"/>
                </a:lnTo>
                <a:lnTo>
                  <a:pt x="392718" y="2653912"/>
                </a:lnTo>
                <a:lnTo>
                  <a:pt x="492724" y="2781725"/>
                </a:lnTo>
                <a:lnTo>
                  <a:pt x="602399" y="2901344"/>
                </a:lnTo>
                <a:lnTo>
                  <a:pt x="721074" y="3012041"/>
                </a:lnTo>
                <a:lnTo>
                  <a:pt x="848025" y="3113139"/>
                </a:lnTo>
                <a:lnTo>
                  <a:pt x="982477" y="3204023"/>
                </a:lnTo>
                <a:lnTo>
                  <a:pt x="1123612" y="3284139"/>
                </a:lnTo>
                <a:lnTo>
                  <a:pt x="1270567" y="3352997"/>
                </a:lnTo>
                <a:lnTo>
                  <a:pt x="1422448" y="3410178"/>
                </a:lnTo>
                <a:lnTo>
                  <a:pt x="1578327" y="3455333"/>
                </a:lnTo>
                <a:lnTo>
                  <a:pt x="1737255" y="3488187"/>
                </a:lnTo>
                <a:lnTo>
                  <a:pt x="1898261" y="3508539"/>
                </a:lnTo>
                <a:lnTo>
                  <a:pt x="2060365" y="3516266"/>
                </a:lnTo>
                <a:lnTo>
                  <a:pt x="2222578" y="3511319"/>
                </a:lnTo>
                <a:lnTo>
                  <a:pt x="2383910" y="3493731"/>
                </a:lnTo>
                <a:lnTo>
                  <a:pt x="2543377" y="3463606"/>
                </a:lnTo>
                <a:lnTo>
                  <a:pt x="2700008" y="3421130"/>
                </a:lnTo>
                <a:lnTo>
                  <a:pt x="2852847" y="3366562"/>
                </a:lnTo>
                <a:lnTo>
                  <a:pt x="3000961" y="3300233"/>
                </a:lnTo>
                <a:lnTo>
                  <a:pt x="3143449" y="3222550"/>
                </a:lnTo>
                <a:lnTo>
                  <a:pt x="3279439" y="3133984"/>
                </a:lnTo>
                <a:lnTo>
                  <a:pt x="3408105" y="3035077"/>
                </a:lnTo>
                <a:lnTo>
                  <a:pt x="3528660" y="2926432"/>
                </a:lnTo>
                <a:lnTo>
                  <a:pt x="3640370" y="2808710"/>
                </a:lnTo>
                <a:lnTo>
                  <a:pt x="3742553" y="2682631"/>
                </a:lnTo>
                <a:lnTo>
                  <a:pt x="3834586" y="2548963"/>
                </a:lnTo>
                <a:lnTo>
                  <a:pt x="3915908" y="2408520"/>
                </a:lnTo>
                <a:lnTo>
                  <a:pt x="3986024" y="2262160"/>
                </a:lnTo>
                <a:lnTo>
                  <a:pt x="4044505" y="2110776"/>
                </a:lnTo>
                <a:lnTo>
                  <a:pt x="4090995" y="1955289"/>
                </a:lnTo>
                <a:lnTo>
                  <a:pt x="4125210" y="1796649"/>
                </a:lnTo>
                <a:lnTo>
                  <a:pt x="4146942" y="1635823"/>
                </a:lnTo>
                <a:lnTo>
                  <a:pt x="4156058" y="1473791"/>
                </a:lnTo>
                <a:lnTo>
                  <a:pt x="4152502" y="1311542"/>
                </a:lnTo>
                <a:lnTo>
                  <a:pt x="4136297" y="1150065"/>
                </a:lnTo>
                <a:lnTo>
                  <a:pt x="4107541" y="990345"/>
                </a:lnTo>
                <a:lnTo>
                  <a:pt x="4066410" y="833356"/>
                </a:lnTo>
                <a:lnTo>
                  <a:pt x="4013153" y="680055"/>
                </a:lnTo>
                <a:lnTo>
                  <a:pt x="3948097" y="531377"/>
                </a:lnTo>
                <a:lnTo>
                  <a:pt x="3871637" y="388229"/>
                </a:lnTo>
                <a:lnTo>
                  <a:pt x="3784241" y="251484"/>
                </a:lnTo>
                <a:lnTo>
                  <a:pt x="3686441" y="121976"/>
                </a:lnTo>
                <a:lnTo>
                  <a:pt x="3686441" y="121976"/>
                </a:lnTo>
                <a:lnTo>
                  <a:pt x="3670218" y="103581"/>
                </a:lnTo>
                <a:lnTo>
                  <a:pt x="3652684" y="86431"/>
                </a:lnTo>
                <a:lnTo>
                  <a:pt x="3633934" y="70619"/>
                </a:lnTo>
                <a:lnTo>
                  <a:pt x="3614070" y="56232"/>
                </a:lnTo>
                <a:lnTo>
                  <a:pt x="3593200" y="43348"/>
                </a:lnTo>
                <a:lnTo>
                  <a:pt x="3571437" y="32036"/>
                </a:lnTo>
                <a:lnTo>
                  <a:pt x="3548901" y="22359"/>
                </a:lnTo>
                <a:lnTo>
                  <a:pt x="3525712" y="14368"/>
                </a:lnTo>
                <a:lnTo>
                  <a:pt x="3501998" y="8107"/>
                </a:lnTo>
                <a:lnTo>
                  <a:pt x="3477886" y="3611"/>
                </a:lnTo>
                <a:lnTo>
                  <a:pt x="3453510" y="904"/>
                </a:lnTo>
                <a:lnTo>
                  <a:pt x="3429000" y="0"/>
                </a:lnTo>
                <a:lnTo>
                  <a:pt x="3404489" y="904"/>
                </a:lnTo>
                <a:lnTo>
                  <a:pt x="3380113" y="3611"/>
                </a:lnTo>
                <a:lnTo>
                  <a:pt x="3356001" y="8107"/>
                </a:lnTo>
                <a:lnTo>
                  <a:pt x="3332287" y="14368"/>
                </a:lnTo>
                <a:lnTo>
                  <a:pt x="3309098" y="22359"/>
                </a:lnTo>
                <a:lnTo>
                  <a:pt x="3286562" y="32036"/>
                </a:lnTo>
                <a:lnTo>
                  <a:pt x="3264799" y="43348"/>
                </a:lnTo>
                <a:lnTo>
                  <a:pt x="3243929" y="56232"/>
                </a:lnTo>
                <a:lnTo>
                  <a:pt x="3224065" y="70619"/>
                </a:lnTo>
                <a:lnTo>
                  <a:pt x="3205315" y="86431"/>
                </a:lnTo>
                <a:lnTo>
                  <a:pt x="3187781" y="103581"/>
                </a:lnTo>
                <a:lnTo>
                  <a:pt x="3171558" y="121976"/>
                </a:lnTo>
                <a:lnTo>
                  <a:pt x="3171558" y="121976"/>
                </a:lnTo>
                <a:lnTo>
                  <a:pt x="3073758" y="251484"/>
                </a:lnTo>
                <a:lnTo>
                  <a:pt x="2986362" y="388229"/>
                </a:lnTo>
                <a:lnTo>
                  <a:pt x="2909902" y="531377"/>
                </a:lnTo>
                <a:lnTo>
                  <a:pt x="2844846" y="680055"/>
                </a:lnTo>
                <a:lnTo>
                  <a:pt x="2791589" y="833356"/>
                </a:lnTo>
                <a:lnTo>
                  <a:pt x="2750458" y="990345"/>
                </a:lnTo>
                <a:lnTo>
                  <a:pt x="2721702" y="1150065"/>
                </a:lnTo>
                <a:lnTo>
                  <a:pt x="2705497" y="1311542"/>
                </a:lnTo>
                <a:lnTo>
                  <a:pt x="2701941" y="1473791"/>
                </a:lnTo>
                <a:lnTo>
                  <a:pt x="2711057" y="1635823"/>
                </a:lnTo>
                <a:lnTo>
                  <a:pt x="2732789" y="1796649"/>
                </a:lnTo>
                <a:lnTo>
                  <a:pt x="2767004" y="1955289"/>
                </a:lnTo>
                <a:lnTo>
                  <a:pt x="2813494" y="2110776"/>
                </a:lnTo>
                <a:lnTo>
                  <a:pt x="2871975" y="2262160"/>
                </a:lnTo>
                <a:lnTo>
                  <a:pt x="2942091" y="2408520"/>
                </a:lnTo>
                <a:lnTo>
                  <a:pt x="3023413" y="2548963"/>
                </a:lnTo>
                <a:lnTo>
                  <a:pt x="3115446" y="2682631"/>
                </a:lnTo>
                <a:lnTo>
                  <a:pt x="3217629" y="2808710"/>
                </a:lnTo>
                <a:lnTo>
                  <a:pt x="3329339" y="2926432"/>
                </a:lnTo>
                <a:lnTo>
                  <a:pt x="3449894" y="3035077"/>
                </a:lnTo>
                <a:lnTo>
                  <a:pt x="3578560" y="3133984"/>
                </a:lnTo>
                <a:lnTo>
                  <a:pt x="3714550" y="3222550"/>
                </a:lnTo>
                <a:lnTo>
                  <a:pt x="3857038" y="3300233"/>
                </a:lnTo>
                <a:lnTo>
                  <a:pt x="4005152" y="3366562"/>
                </a:lnTo>
                <a:lnTo>
                  <a:pt x="4157991" y="3421130"/>
                </a:lnTo>
                <a:lnTo>
                  <a:pt x="4314622" y="3463606"/>
                </a:lnTo>
                <a:lnTo>
                  <a:pt x="4474089" y="3493731"/>
                </a:lnTo>
                <a:lnTo>
                  <a:pt x="4635421" y="3511319"/>
                </a:lnTo>
                <a:lnTo>
                  <a:pt x="4797634" y="3516266"/>
                </a:lnTo>
                <a:lnTo>
                  <a:pt x="4959738" y="3508539"/>
                </a:lnTo>
                <a:lnTo>
                  <a:pt x="5120744" y="3488187"/>
                </a:lnTo>
                <a:lnTo>
                  <a:pt x="5279672" y="3455333"/>
                </a:lnTo>
                <a:lnTo>
                  <a:pt x="5435551" y="3410178"/>
                </a:lnTo>
                <a:lnTo>
                  <a:pt x="5587432" y="3352997"/>
                </a:lnTo>
                <a:lnTo>
                  <a:pt x="5734387" y="3284139"/>
                </a:lnTo>
                <a:lnTo>
                  <a:pt x="5875522" y="3204023"/>
                </a:lnTo>
                <a:lnTo>
                  <a:pt x="6009974" y="3113139"/>
                </a:lnTo>
                <a:lnTo>
                  <a:pt x="6136925" y="3012041"/>
                </a:lnTo>
                <a:lnTo>
                  <a:pt x="6255600" y="2901344"/>
                </a:lnTo>
                <a:lnTo>
                  <a:pt x="6365275" y="2781725"/>
                </a:lnTo>
                <a:lnTo>
                  <a:pt x="6465281" y="2653912"/>
                </a:lnTo>
                <a:lnTo>
                  <a:pt x="6555009" y="2518686"/>
                </a:lnTo>
                <a:lnTo>
                  <a:pt x="6633912" y="2376870"/>
                </a:lnTo>
                <a:lnTo>
                  <a:pt x="6701507" y="2229329"/>
                </a:lnTo>
                <a:lnTo>
                  <a:pt x="6757384" y="2076964"/>
                </a:lnTo>
                <a:lnTo>
                  <a:pt x="6801201" y="1920703"/>
                </a:lnTo>
                <a:lnTo>
                  <a:pt x="6832692" y="1761500"/>
                </a:lnTo>
                <a:lnTo>
                  <a:pt x="6851663" y="1600324"/>
                </a:lnTo>
                <a:lnTo>
                  <a:pt x="6858000" y="1438160"/>
                </a:lnTo>
              </a:path>
            </a:pathLst>
          </a:custGeom>
          <a:noFill/>
          <a:ln w="4572">
            <a:solidFill>
              <a:srgbClr val="0000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