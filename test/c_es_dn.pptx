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6858000" cy="2902988"/>
          </a:xfrm>
          <a:custGeom>
            <a:avLst/>
            <a:gdLst/>
            <a:ahLst/>
            <a:cxnLst/>
            <a:rect l="l" t="t" r="r" b="b"/>
            <a:pathLst>
              <a:path w="6858000" h="2902988">
                <a:moveTo>
                  <a:pt x="0" y="998073"/>
                </a:moveTo>
                <a:lnTo>
                  <a:pt x="2397" y="1133157"/>
                </a:lnTo>
                <a:lnTo>
                  <a:pt x="9578" y="1267561"/>
                </a:lnTo>
                <a:lnTo>
                  <a:pt x="21507" y="1400609"/>
                </a:lnTo>
                <a:lnTo>
                  <a:pt x="38122" y="1531629"/>
                </a:lnTo>
                <a:lnTo>
                  <a:pt x="59341" y="1659964"/>
                </a:lnTo>
                <a:lnTo>
                  <a:pt x="85057" y="1784966"/>
                </a:lnTo>
                <a:lnTo>
                  <a:pt x="115140" y="1906006"/>
                </a:lnTo>
                <a:lnTo>
                  <a:pt x="149439" y="2022475"/>
                </a:lnTo>
                <a:lnTo>
                  <a:pt x="187781" y="2133787"/>
                </a:lnTo>
                <a:lnTo>
                  <a:pt x="229973" y="2239381"/>
                </a:lnTo>
                <a:lnTo>
                  <a:pt x="275802" y="2338725"/>
                </a:lnTo>
                <a:lnTo>
                  <a:pt x="325039" y="2431320"/>
                </a:lnTo>
                <a:lnTo>
                  <a:pt x="377434" y="2516699"/>
                </a:lnTo>
                <a:lnTo>
                  <a:pt x="432725" y="2594432"/>
                </a:lnTo>
                <a:lnTo>
                  <a:pt x="490632" y="2664129"/>
                </a:lnTo>
                <a:lnTo>
                  <a:pt x="550865" y="2725437"/>
                </a:lnTo>
                <a:lnTo>
                  <a:pt x="613120" y="2778049"/>
                </a:lnTo>
                <a:lnTo>
                  <a:pt x="677084" y="2821699"/>
                </a:lnTo>
                <a:lnTo>
                  <a:pt x="742434" y="2856168"/>
                </a:lnTo>
                <a:lnTo>
                  <a:pt x="808842" y="2881282"/>
                </a:lnTo>
                <a:lnTo>
                  <a:pt x="875973" y="2896915"/>
                </a:lnTo>
                <a:lnTo>
                  <a:pt x="943489" y="2902988"/>
                </a:lnTo>
                <a:lnTo>
                  <a:pt x="1011051" y="2899471"/>
                </a:lnTo>
                <a:lnTo>
                  <a:pt x="1078318" y="2886381"/>
                </a:lnTo>
                <a:lnTo>
                  <a:pt x="1144951" y="2863783"/>
                </a:lnTo>
                <a:lnTo>
                  <a:pt x="1210616" y="2831793"/>
                </a:lnTo>
                <a:lnTo>
                  <a:pt x="1274981" y="2790571"/>
                </a:lnTo>
                <a:lnTo>
                  <a:pt x="1337722" y="2740324"/>
                </a:lnTo>
                <a:lnTo>
                  <a:pt x="1398524" y="2681306"/>
                </a:lnTo>
                <a:lnTo>
                  <a:pt x="1457081" y="2613813"/>
                </a:lnTo>
                <a:lnTo>
                  <a:pt x="1513097" y="2538186"/>
                </a:lnTo>
                <a:lnTo>
                  <a:pt x="1566291" y="2454805"/>
                </a:lnTo>
                <a:lnTo>
                  <a:pt x="1616394" y="2364090"/>
                </a:lnTo>
                <a:lnTo>
                  <a:pt x="1663155" y="2266497"/>
                </a:lnTo>
                <a:lnTo>
                  <a:pt x="1706338" y="2162518"/>
                </a:lnTo>
                <a:lnTo>
                  <a:pt x="1745726" y="2052677"/>
                </a:lnTo>
                <a:lnTo>
                  <a:pt x="1781121" y="1937527"/>
                </a:lnTo>
                <a:lnTo>
                  <a:pt x="1812343" y="1817646"/>
                </a:lnTo>
                <a:lnTo>
                  <a:pt x="1839237" y="1693640"/>
                </a:lnTo>
                <a:lnTo>
                  <a:pt x="1861666" y="1566131"/>
                </a:lnTo>
                <a:lnTo>
                  <a:pt x="1879518" y="1435762"/>
                </a:lnTo>
                <a:lnTo>
                  <a:pt x="1892703" y="1303190"/>
                </a:lnTo>
                <a:lnTo>
                  <a:pt x="1901154" y="1169082"/>
                </a:lnTo>
                <a:lnTo>
                  <a:pt x="1904829" y="1034113"/>
                </a:lnTo>
                <a:lnTo>
                  <a:pt x="1903710" y="898962"/>
                </a:lnTo>
                <a:lnTo>
                  <a:pt x="1897801" y="764311"/>
                </a:lnTo>
                <a:lnTo>
                  <a:pt x="1887133" y="630836"/>
                </a:lnTo>
                <a:lnTo>
                  <a:pt x="1871760" y="499210"/>
                </a:lnTo>
                <a:lnTo>
                  <a:pt x="1851759" y="370096"/>
                </a:lnTo>
                <a:lnTo>
                  <a:pt x="1851759" y="370096"/>
                </a:lnTo>
                <a:lnTo>
                  <a:pt x="1840928" y="317865"/>
                </a:lnTo>
                <a:lnTo>
                  <a:pt x="1827101" y="267978"/>
                </a:lnTo>
                <a:lnTo>
                  <a:pt x="1810432" y="220990"/>
                </a:lnTo>
                <a:lnTo>
                  <a:pt x="1791106" y="177425"/>
                </a:lnTo>
                <a:lnTo>
                  <a:pt x="1769338" y="137765"/>
                </a:lnTo>
                <a:lnTo>
                  <a:pt x="1745370" y="102453"/>
                </a:lnTo>
                <a:lnTo>
                  <a:pt x="1719470" y="71882"/>
                </a:lnTo>
                <a:lnTo>
                  <a:pt x="1691924" y="46392"/>
                </a:lnTo>
                <a:lnTo>
                  <a:pt x="1663040" y="26266"/>
                </a:lnTo>
                <a:lnTo>
                  <a:pt x="1633139" y="11728"/>
                </a:lnTo>
                <a:lnTo>
                  <a:pt x="1602554" y="2940"/>
                </a:lnTo>
                <a:lnTo>
                  <a:pt x="1571625" y="0"/>
                </a:lnTo>
                <a:lnTo>
                  <a:pt x="1540695" y="2940"/>
                </a:lnTo>
                <a:lnTo>
                  <a:pt x="1510110" y="11728"/>
                </a:lnTo>
                <a:lnTo>
                  <a:pt x="1480209" y="26266"/>
                </a:lnTo>
                <a:lnTo>
                  <a:pt x="1451325" y="46392"/>
                </a:lnTo>
                <a:lnTo>
                  <a:pt x="1423779" y="71882"/>
                </a:lnTo>
                <a:lnTo>
                  <a:pt x="1397879" y="102453"/>
                </a:lnTo>
                <a:lnTo>
                  <a:pt x="1373911" y="137765"/>
                </a:lnTo>
                <a:lnTo>
                  <a:pt x="1352143" y="177425"/>
                </a:lnTo>
                <a:lnTo>
                  <a:pt x="1332817" y="220990"/>
                </a:lnTo>
                <a:lnTo>
                  <a:pt x="1316148" y="267978"/>
                </a:lnTo>
                <a:lnTo>
                  <a:pt x="1302321" y="317865"/>
                </a:lnTo>
                <a:lnTo>
                  <a:pt x="1291490" y="370096"/>
                </a:lnTo>
                <a:lnTo>
                  <a:pt x="1291490" y="370096"/>
                </a:lnTo>
                <a:lnTo>
                  <a:pt x="1269800" y="511826"/>
                </a:lnTo>
                <a:lnTo>
                  <a:pt x="1253686" y="656500"/>
                </a:lnTo>
                <a:lnTo>
                  <a:pt x="1243244" y="803242"/>
                </a:lnTo>
                <a:lnTo>
                  <a:pt x="1238538" y="951163"/>
                </a:lnTo>
                <a:lnTo>
                  <a:pt x="1239597" y="1099368"/>
                </a:lnTo>
                <a:lnTo>
                  <a:pt x="1246414" y="1246960"/>
                </a:lnTo>
                <a:lnTo>
                  <a:pt x="1258947" y="1393045"/>
                </a:lnTo>
                <a:lnTo>
                  <a:pt x="1277122" y="1536739"/>
                </a:lnTo>
                <a:lnTo>
                  <a:pt x="1300827" y="1677172"/>
                </a:lnTo>
                <a:lnTo>
                  <a:pt x="1329919" y="1813495"/>
                </a:lnTo>
                <a:lnTo>
                  <a:pt x="1364223" y="1944880"/>
                </a:lnTo>
                <a:lnTo>
                  <a:pt x="1403531" y="2070534"/>
                </a:lnTo>
                <a:lnTo>
                  <a:pt x="1447604" y="2189696"/>
                </a:lnTo>
                <a:lnTo>
                  <a:pt x="1496176" y="2301644"/>
                </a:lnTo>
                <a:lnTo>
                  <a:pt x="1548953" y="2405700"/>
                </a:lnTo>
                <a:lnTo>
                  <a:pt x="1605615" y="2501235"/>
                </a:lnTo>
                <a:lnTo>
                  <a:pt x="1665819" y="2587670"/>
                </a:lnTo>
                <a:lnTo>
                  <a:pt x="1729201" y="2664482"/>
                </a:lnTo>
                <a:lnTo>
                  <a:pt x="1795377" y="2731206"/>
                </a:lnTo>
                <a:lnTo>
                  <a:pt x="1863947" y="2787438"/>
                </a:lnTo>
                <a:lnTo>
                  <a:pt x="1934495" y="2832838"/>
                </a:lnTo>
                <a:lnTo>
                  <a:pt x="2006594" y="2867130"/>
                </a:lnTo>
                <a:lnTo>
                  <a:pt x="2079809" y="2890108"/>
                </a:lnTo>
                <a:lnTo>
                  <a:pt x="2153694" y="2901631"/>
                </a:lnTo>
                <a:lnTo>
                  <a:pt x="2227805" y="2901631"/>
                </a:lnTo>
                <a:lnTo>
                  <a:pt x="2301690" y="2890108"/>
                </a:lnTo>
                <a:lnTo>
                  <a:pt x="2374905" y="2867130"/>
                </a:lnTo>
                <a:lnTo>
                  <a:pt x="2447004" y="2832838"/>
                </a:lnTo>
                <a:lnTo>
                  <a:pt x="2517552" y="2787438"/>
                </a:lnTo>
                <a:lnTo>
                  <a:pt x="2586122" y="2731206"/>
                </a:lnTo>
                <a:lnTo>
                  <a:pt x="2652298" y="2664482"/>
                </a:lnTo>
                <a:lnTo>
                  <a:pt x="2715680" y="2587670"/>
                </a:lnTo>
                <a:lnTo>
                  <a:pt x="2775884" y="2501235"/>
                </a:lnTo>
                <a:lnTo>
                  <a:pt x="2832546" y="2405700"/>
                </a:lnTo>
                <a:lnTo>
                  <a:pt x="2885323" y="2301644"/>
                </a:lnTo>
                <a:lnTo>
                  <a:pt x="2933895" y="2189696"/>
                </a:lnTo>
                <a:lnTo>
                  <a:pt x="2977968" y="2070534"/>
                </a:lnTo>
                <a:lnTo>
                  <a:pt x="3017276" y="1944880"/>
                </a:lnTo>
                <a:lnTo>
                  <a:pt x="3051580" y="1813495"/>
                </a:lnTo>
                <a:lnTo>
                  <a:pt x="3080672" y="1677172"/>
                </a:lnTo>
                <a:lnTo>
                  <a:pt x="3104377" y="1536739"/>
                </a:lnTo>
                <a:lnTo>
                  <a:pt x="3122552" y="1393045"/>
                </a:lnTo>
                <a:lnTo>
                  <a:pt x="3135085" y="1246960"/>
                </a:lnTo>
                <a:lnTo>
                  <a:pt x="3141902" y="1099368"/>
                </a:lnTo>
                <a:lnTo>
                  <a:pt x="3142961" y="951163"/>
                </a:lnTo>
                <a:lnTo>
                  <a:pt x="3138255" y="803242"/>
                </a:lnTo>
                <a:lnTo>
                  <a:pt x="3127813" y="656500"/>
                </a:lnTo>
                <a:lnTo>
                  <a:pt x="3111699" y="511826"/>
                </a:lnTo>
                <a:lnTo>
                  <a:pt x="3090009" y="370096"/>
                </a:lnTo>
                <a:lnTo>
                  <a:pt x="3090009" y="370096"/>
                </a:lnTo>
                <a:lnTo>
                  <a:pt x="3079178" y="317865"/>
                </a:lnTo>
                <a:lnTo>
                  <a:pt x="3065351" y="267978"/>
                </a:lnTo>
                <a:lnTo>
                  <a:pt x="3048682" y="220990"/>
                </a:lnTo>
                <a:lnTo>
                  <a:pt x="3029356" y="177425"/>
                </a:lnTo>
                <a:lnTo>
                  <a:pt x="3007588" y="137765"/>
                </a:lnTo>
                <a:lnTo>
                  <a:pt x="2983620" y="102453"/>
                </a:lnTo>
                <a:lnTo>
                  <a:pt x="2957720" y="71882"/>
                </a:lnTo>
                <a:lnTo>
                  <a:pt x="2930174" y="46392"/>
                </a:lnTo>
                <a:lnTo>
                  <a:pt x="2901290" y="26266"/>
                </a:lnTo>
                <a:lnTo>
                  <a:pt x="2871389" y="11728"/>
                </a:lnTo>
                <a:lnTo>
                  <a:pt x="2840804" y="2940"/>
                </a:lnTo>
                <a:lnTo>
                  <a:pt x="2809875" y="0"/>
                </a:lnTo>
                <a:lnTo>
                  <a:pt x="2778945" y="2940"/>
                </a:lnTo>
                <a:lnTo>
                  <a:pt x="2748360" y="11728"/>
                </a:lnTo>
                <a:lnTo>
                  <a:pt x="2718459" y="26266"/>
                </a:lnTo>
                <a:lnTo>
                  <a:pt x="2689575" y="46392"/>
                </a:lnTo>
                <a:lnTo>
                  <a:pt x="2662029" y="71882"/>
                </a:lnTo>
                <a:lnTo>
                  <a:pt x="2636129" y="102453"/>
                </a:lnTo>
                <a:lnTo>
                  <a:pt x="2612161" y="137765"/>
                </a:lnTo>
                <a:lnTo>
                  <a:pt x="2590393" y="177425"/>
                </a:lnTo>
                <a:lnTo>
                  <a:pt x="2571067" y="220990"/>
                </a:lnTo>
                <a:lnTo>
                  <a:pt x="2554398" y="267978"/>
                </a:lnTo>
                <a:lnTo>
                  <a:pt x="2540571" y="317865"/>
                </a:lnTo>
                <a:lnTo>
                  <a:pt x="2529740" y="370096"/>
                </a:lnTo>
                <a:lnTo>
                  <a:pt x="2529740" y="370096"/>
                </a:lnTo>
                <a:lnTo>
                  <a:pt x="2508050" y="511826"/>
                </a:lnTo>
                <a:lnTo>
                  <a:pt x="2491936" y="656500"/>
                </a:lnTo>
                <a:lnTo>
                  <a:pt x="2481494" y="803242"/>
                </a:lnTo>
                <a:lnTo>
                  <a:pt x="2476788" y="951163"/>
                </a:lnTo>
                <a:lnTo>
                  <a:pt x="2477847" y="1099368"/>
                </a:lnTo>
                <a:lnTo>
                  <a:pt x="2484664" y="1246960"/>
                </a:lnTo>
                <a:lnTo>
                  <a:pt x="2497197" y="1393045"/>
                </a:lnTo>
                <a:lnTo>
                  <a:pt x="2515372" y="1536739"/>
                </a:lnTo>
                <a:lnTo>
                  <a:pt x="2539077" y="1677172"/>
                </a:lnTo>
                <a:lnTo>
                  <a:pt x="2568169" y="1813495"/>
                </a:lnTo>
                <a:lnTo>
                  <a:pt x="2602473" y="1944880"/>
                </a:lnTo>
                <a:lnTo>
                  <a:pt x="2641781" y="2070534"/>
                </a:lnTo>
                <a:lnTo>
                  <a:pt x="2685854" y="2189696"/>
                </a:lnTo>
                <a:lnTo>
                  <a:pt x="2734426" y="2301644"/>
                </a:lnTo>
                <a:lnTo>
                  <a:pt x="2787203" y="2405700"/>
                </a:lnTo>
                <a:lnTo>
                  <a:pt x="2843865" y="2501235"/>
                </a:lnTo>
                <a:lnTo>
                  <a:pt x="2904069" y="2587670"/>
                </a:lnTo>
                <a:lnTo>
                  <a:pt x="2967451" y="2664482"/>
                </a:lnTo>
                <a:lnTo>
                  <a:pt x="3033627" y="2731206"/>
                </a:lnTo>
                <a:lnTo>
                  <a:pt x="3102197" y="2787438"/>
                </a:lnTo>
                <a:lnTo>
                  <a:pt x="3172745" y="2832838"/>
                </a:lnTo>
                <a:lnTo>
                  <a:pt x="3244844" y="2867130"/>
                </a:lnTo>
                <a:lnTo>
                  <a:pt x="3318059" y="2890108"/>
                </a:lnTo>
                <a:lnTo>
                  <a:pt x="3391944" y="2901631"/>
                </a:lnTo>
                <a:lnTo>
                  <a:pt x="3466055" y="2901631"/>
                </a:lnTo>
                <a:lnTo>
                  <a:pt x="3539940" y="2890108"/>
                </a:lnTo>
                <a:lnTo>
                  <a:pt x="3613155" y="2867130"/>
                </a:lnTo>
                <a:lnTo>
                  <a:pt x="3685254" y="2832838"/>
                </a:lnTo>
                <a:lnTo>
                  <a:pt x="3755802" y="2787438"/>
                </a:lnTo>
                <a:lnTo>
                  <a:pt x="3824372" y="2731206"/>
                </a:lnTo>
                <a:lnTo>
                  <a:pt x="3890548" y="2664482"/>
                </a:lnTo>
                <a:lnTo>
                  <a:pt x="3953930" y="2587670"/>
                </a:lnTo>
                <a:lnTo>
                  <a:pt x="4014134" y="2501235"/>
                </a:lnTo>
                <a:lnTo>
                  <a:pt x="4070796" y="2405700"/>
                </a:lnTo>
                <a:lnTo>
                  <a:pt x="4123573" y="2301644"/>
                </a:lnTo>
                <a:lnTo>
                  <a:pt x="4172145" y="2189696"/>
                </a:lnTo>
                <a:lnTo>
                  <a:pt x="4216218" y="2070534"/>
                </a:lnTo>
                <a:lnTo>
                  <a:pt x="4255526" y="1944880"/>
                </a:lnTo>
                <a:lnTo>
                  <a:pt x="4289830" y="1813495"/>
                </a:lnTo>
                <a:lnTo>
                  <a:pt x="4318922" y="1677172"/>
                </a:lnTo>
                <a:lnTo>
                  <a:pt x="4342627" y="1536739"/>
                </a:lnTo>
                <a:lnTo>
                  <a:pt x="4360802" y="1393045"/>
                </a:lnTo>
                <a:lnTo>
                  <a:pt x="4373335" y="1246960"/>
                </a:lnTo>
                <a:lnTo>
                  <a:pt x="4380152" y="1099368"/>
                </a:lnTo>
                <a:lnTo>
                  <a:pt x="4381211" y="951163"/>
                </a:lnTo>
                <a:lnTo>
                  <a:pt x="4376505" y="803242"/>
                </a:lnTo>
                <a:lnTo>
                  <a:pt x="4366063" y="656500"/>
                </a:lnTo>
                <a:lnTo>
                  <a:pt x="4349949" y="511826"/>
                </a:lnTo>
                <a:lnTo>
                  <a:pt x="4328259" y="370096"/>
                </a:lnTo>
                <a:lnTo>
                  <a:pt x="4328259" y="370096"/>
                </a:lnTo>
                <a:lnTo>
                  <a:pt x="4317428" y="317865"/>
                </a:lnTo>
                <a:lnTo>
                  <a:pt x="4303601" y="267978"/>
                </a:lnTo>
                <a:lnTo>
                  <a:pt x="4286932" y="220990"/>
                </a:lnTo>
                <a:lnTo>
                  <a:pt x="4267606" y="177425"/>
                </a:lnTo>
                <a:lnTo>
                  <a:pt x="4245838" y="137765"/>
                </a:lnTo>
                <a:lnTo>
                  <a:pt x="4221870" y="102453"/>
                </a:lnTo>
                <a:lnTo>
                  <a:pt x="4195970" y="71882"/>
                </a:lnTo>
                <a:lnTo>
                  <a:pt x="4168424" y="46392"/>
                </a:lnTo>
                <a:lnTo>
                  <a:pt x="4139540" y="26266"/>
                </a:lnTo>
                <a:lnTo>
                  <a:pt x="4109639" y="11728"/>
                </a:lnTo>
                <a:lnTo>
                  <a:pt x="4079054" y="2940"/>
                </a:lnTo>
                <a:lnTo>
                  <a:pt x="4048125" y="0"/>
                </a:lnTo>
                <a:lnTo>
                  <a:pt x="4017195" y="2940"/>
                </a:lnTo>
                <a:lnTo>
                  <a:pt x="3986610" y="11728"/>
                </a:lnTo>
                <a:lnTo>
                  <a:pt x="3956709" y="26266"/>
                </a:lnTo>
                <a:lnTo>
                  <a:pt x="3927825" y="46392"/>
                </a:lnTo>
                <a:lnTo>
                  <a:pt x="3900279" y="71882"/>
                </a:lnTo>
                <a:lnTo>
                  <a:pt x="3874379" y="102453"/>
                </a:lnTo>
                <a:lnTo>
                  <a:pt x="3850411" y="137765"/>
                </a:lnTo>
                <a:lnTo>
                  <a:pt x="3828643" y="177425"/>
                </a:lnTo>
                <a:lnTo>
                  <a:pt x="3809317" y="220990"/>
                </a:lnTo>
                <a:lnTo>
                  <a:pt x="3792648" y="267978"/>
                </a:lnTo>
                <a:lnTo>
                  <a:pt x="3778821" y="317865"/>
                </a:lnTo>
                <a:lnTo>
                  <a:pt x="3767990" y="370096"/>
                </a:lnTo>
                <a:lnTo>
                  <a:pt x="3767990" y="370096"/>
                </a:lnTo>
                <a:lnTo>
                  <a:pt x="3746300" y="511826"/>
                </a:lnTo>
                <a:lnTo>
                  <a:pt x="3730186" y="656500"/>
                </a:lnTo>
                <a:lnTo>
                  <a:pt x="3719744" y="803242"/>
                </a:lnTo>
                <a:lnTo>
                  <a:pt x="3715038" y="951163"/>
                </a:lnTo>
                <a:lnTo>
                  <a:pt x="3716097" y="1099368"/>
                </a:lnTo>
                <a:lnTo>
                  <a:pt x="3722914" y="1246960"/>
                </a:lnTo>
                <a:lnTo>
                  <a:pt x="3735447" y="1393045"/>
                </a:lnTo>
                <a:lnTo>
                  <a:pt x="3753622" y="1536739"/>
                </a:lnTo>
                <a:lnTo>
                  <a:pt x="3777327" y="1677172"/>
                </a:lnTo>
                <a:lnTo>
                  <a:pt x="3806419" y="1813495"/>
                </a:lnTo>
                <a:lnTo>
                  <a:pt x="3840723" y="1944880"/>
                </a:lnTo>
                <a:lnTo>
                  <a:pt x="3880031" y="2070534"/>
                </a:lnTo>
                <a:lnTo>
                  <a:pt x="3924104" y="2189696"/>
                </a:lnTo>
                <a:lnTo>
                  <a:pt x="3972676" y="2301644"/>
                </a:lnTo>
                <a:lnTo>
                  <a:pt x="4025453" y="2405700"/>
                </a:lnTo>
                <a:lnTo>
                  <a:pt x="4082115" y="2501235"/>
                </a:lnTo>
                <a:lnTo>
                  <a:pt x="4142319" y="2587670"/>
                </a:lnTo>
                <a:lnTo>
                  <a:pt x="4205701" y="2664482"/>
                </a:lnTo>
                <a:lnTo>
                  <a:pt x="4271877" y="2731206"/>
                </a:lnTo>
                <a:lnTo>
                  <a:pt x="4340447" y="2787438"/>
                </a:lnTo>
                <a:lnTo>
                  <a:pt x="4410995" y="2832838"/>
                </a:lnTo>
                <a:lnTo>
                  <a:pt x="4483094" y="2867130"/>
                </a:lnTo>
                <a:lnTo>
                  <a:pt x="4556309" y="2890108"/>
                </a:lnTo>
                <a:lnTo>
                  <a:pt x="4630194" y="2901631"/>
                </a:lnTo>
                <a:lnTo>
                  <a:pt x="4704305" y="2901631"/>
                </a:lnTo>
                <a:lnTo>
                  <a:pt x="4778190" y="2890108"/>
                </a:lnTo>
                <a:lnTo>
                  <a:pt x="4851405" y="2867130"/>
                </a:lnTo>
                <a:lnTo>
                  <a:pt x="4923504" y="2832838"/>
                </a:lnTo>
                <a:lnTo>
                  <a:pt x="4994052" y="2787438"/>
                </a:lnTo>
                <a:lnTo>
                  <a:pt x="5062622" y="2731206"/>
                </a:lnTo>
                <a:lnTo>
                  <a:pt x="5128798" y="2664482"/>
                </a:lnTo>
                <a:lnTo>
                  <a:pt x="5192180" y="2587670"/>
                </a:lnTo>
                <a:lnTo>
                  <a:pt x="5252384" y="2501235"/>
                </a:lnTo>
                <a:lnTo>
                  <a:pt x="5309046" y="2405700"/>
                </a:lnTo>
                <a:lnTo>
                  <a:pt x="5361823" y="2301644"/>
                </a:lnTo>
                <a:lnTo>
                  <a:pt x="5410395" y="2189696"/>
                </a:lnTo>
                <a:lnTo>
                  <a:pt x="5454468" y="2070534"/>
                </a:lnTo>
                <a:lnTo>
                  <a:pt x="5493776" y="1944880"/>
                </a:lnTo>
                <a:lnTo>
                  <a:pt x="5528080" y="1813495"/>
                </a:lnTo>
                <a:lnTo>
                  <a:pt x="5557172" y="1677172"/>
                </a:lnTo>
                <a:lnTo>
                  <a:pt x="5580877" y="1536739"/>
                </a:lnTo>
                <a:lnTo>
                  <a:pt x="5599052" y="1393045"/>
                </a:lnTo>
                <a:lnTo>
                  <a:pt x="5611585" y="1246960"/>
                </a:lnTo>
                <a:lnTo>
                  <a:pt x="5618402" y="1099368"/>
                </a:lnTo>
                <a:lnTo>
                  <a:pt x="5619461" y="951163"/>
                </a:lnTo>
                <a:lnTo>
                  <a:pt x="5614755" y="803242"/>
                </a:lnTo>
                <a:lnTo>
                  <a:pt x="5604313" y="656500"/>
                </a:lnTo>
                <a:lnTo>
                  <a:pt x="5588199" y="511826"/>
                </a:lnTo>
                <a:lnTo>
                  <a:pt x="5566509" y="370096"/>
                </a:lnTo>
                <a:lnTo>
                  <a:pt x="5566509" y="370096"/>
                </a:lnTo>
                <a:lnTo>
                  <a:pt x="5555678" y="317865"/>
                </a:lnTo>
                <a:lnTo>
                  <a:pt x="5541851" y="267978"/>
                </a:lnTo>
                <a:lnTo>
                  <a:pt x="5525182" y="220990"/>
                </a:lnTo>
                <a:lnTo>
                  <a:pt x="5505856" y="177425"/>
                </a:lnTo>
                <a:lnTo>
                  <a:pt x="5484088" y="137765"/>
                </a:lnTo>
                <a:lnTo>
                  <a:pt x="5460120" y="102453"/>
                </a:lnTo>
                <a:lnTo>
                  <a:pt x="5434220" y="71882"/>
                </a:lnTo>
                <a:lnTo>
                  <a:pt x="5406674" y="46392"/>
                </a:lnTo>
                <a:lnTo>
                  <a:pt x="5377790" y="26266"/>
                </a:lnTo>
                <a:lnTo>
                  <a:pt x="5347889" y="11728"/>
                </a:lnTo>
                <a:lnTo>
                  <a:pt x="5317304" y="2940"/>
                </a:lnTo>
                <a:lnTo>
                  <a:pt x="5286375" y="0"/>
                </a:lnTo>
                <a:lnTo>
                  <a:pt x="5255445" y="2940"/>
                </a:lnTo>
                <a:lnTo>
                  <a:pt x="5224860" y="11728"/>
                </a:lnTo>
                <a:lnTo>
                  <a:pt x="5194959" y="26266"/>
                </a:lnTo>
                <a:lnTo>
                  <a:pt x="5166075" y="46392"/>
                </a:lnTo>
                <a:lnTo>
                  <a:pt x="5138529" y="71882"/>
                </a:lnTo>
                <a:lnTo>
                  <a:pt x="5112629" y="102453"/>
                </a:lnTo>
                <a:lnTo>
                  <a:pt x="5088661" y="137765"/>
                </a:lnTo>
                <a:lnTo>
                  <a:pt x="5066893" y="177425"/>
                </a:lnTo>
                <a:lnTo>
                  <a:pt x="5047567" y="220990"/>
                </a:lnTo>
                <a:lnTo>
                  <a:pt x="5030898" y="267978"/>
                </a:lnTo>
                <a:lnTo>
                  <a:pt x="5017071" y="317865"/>
                </a:lnTo>
                <a:lnTo>
                  <a:pt x="5006240" y="370096"/>
                </a:lnTo>
                <a:lnTo>
                  <a:pt x="5006240" y="370096"/>
                </a:lnTo>
                <a:lnTo>
                  <a:pt x="4986239" y="499210"/>
                </a:lnTo>
                <a:lnTo>
                  <a:pt x="4970866" y="630836"/>
                </a:lnTo>
                <a:lnTo>
                  <a:pt x="4960198" y="764311"/>
                </a:lnTo>
                <a:lnTo>
                  <a:pt x="4954289" y="898962"/>
                </a:lnTo>
                <a:lnTo>
                  <a:pt x="4953170" y="1034113"/>
                </a:lnTo>
                <a:lnTo>
                  <a:pt x="4956845" y="1169082"/>
                </a:lnTo>
                <a:lnTo>
                  <a:pt x="4965296" y="1303190"/>
                </a:lnTo>
                <a:lnTo>
                  <a:pt x="4978481" y="1435762"/>
                </a:lnTo>
                <a:lnTo>
                  <a:pt x="4996333" y="1566131"/>
                </a:lnTo>
                <a:lnTo>
                  <a:pt x="5018762" y="1693640"/>
                </a:lnTo>
                <a:lnTo>
                  <a:pt x="5045656" y="1817646"/>
                </a:lnTo>
                <a:lnTo>
                  <a:pt x="5076878" y="1937527"/>
                </a:lnTo>
                <a:lnTo>
                  <a:pt x="5112273" y="2052677"/>
                </a:lnTo>
                <a:lnTo>
                  <a:pt x="5151661" y="2162518"/>
                </a:lnTo>
                <a:lnTo>
                  <a:pt x="5194844" y="2266497"/>
                </a:lnTo>
                <a:lnTo>
                  <a:pt x="5241605" y="2364090"/>
                </a:lnTo>
                <a:lnTo>
                  <a:pt x="5291708" y="2454805"/>
                </a:lnTo>
                <a:lnTo>
                  <a:pt x="5344902" y="2538186"/>
                </a:lnTo>
                <a:lnTo>
                  <a:pt x="5400918" y="2613813"/>
                </a:lnTo>
                <a:lnTo>
                  <a:pt x="5459475" y="2681306"/>
                </a:lnTo>
                <a:lnTo>
                  <a:pt x="5520277" y="2740324"/>
                </a:lnTo>
                <a:lnTo>
                  <a:pt x="5583018" y="2790571"/>
                </a:lnTo>
                <a:lnTo>
                  <a:pt x="5647383" y="2831793"/>
                </a:lnTo>
                <a:lnTo>
                  <a:pt x="5713048" y="2863783"/>
                </a:lnTo>
                <a:lnTo>
                  <a:pt x="5779681" y="2886381"/>
                </a:lnTo>
                <a:lnTo>
                  <a:pt x="5846948" y="2899471"/>
                </a:lnTo>
                <a:lnTo>
                  <a:pt x="5914510" y="2902988"/>
                </a:lnTo>
                <a:lnTo>
                  <a:pt x="5982026" y="2896915"/>
                </a:lnTo>
                <a:lnTo>
                  <a:pt x="6049157" y="2881282"/>
                </a:lnTo>
                <a:lnTo>
                  <a:pt x="6115565" y="2856168"/>
                </a:lnTo>
                <a:lnTo>
                  <a:pt x="6180915" y="2821699"/>
                </a:lnTo>
                <a:lnTo>
                  <a:pt x="6244879" y="2778049"/>
                </a:lnTo>
                <a:lnTo>
                  <a:pt x="6307134" y="2725437"/>
                </a:lnTo>
                <a:lnTo>
                  <a:pt x="6367367" y="2664129"/>
                </a:lnTo>
                <a:lnTo>
                  <a:pt x="6425274" y="2594432"/>
                </a:lnTo>
                <a:lnTo>
                  <a:pt x="6480565" y="2516699"/>
                </a:lnTo>
                <a:lnTo>
                  <a:pt x="6532960" y="2431320"/>
                </a:lnTo>
                <a:lnTo>
                  <a:pt x="6582197" y="2338725"/>
                </a:lnTo>
                <a:lnTo>
                  <a:pt x="6628026" y="2239381"/>
                </a:lnTo>
                <a:lnTo>
                  <a:pt x="6670218" y="2133787"/>
                </a:lnTo>
                <a:lnTo>
                  <a:pt x="6708560" y="2022475"/>
                </a:lnTo>
                <a:lnTo>
                  <a:pt x="6742859" y="1906006"/>
                </a:lnTo>
                <a:lnTo>
                  <a:pt x="6772942" y="1784966"/>
                </a:lnTo>
                <a:lnTo>
                  <a:pt x="6798658" y="1659964"/>
                </a:lnTo>
                <a:lnTo>
                  <a:pt x="6819877" y="1531629"/>
                </a:lnTo>
                <a:lnTo>
                  <a:pt x="6836492" y="1400609"/>
                </a:lnTo>
                <a:lnTo>
                  <a:pt x="6848421" y="1267561"/>
                </a:lnTo>
                <a:lnTo>
                  <a:pt x="6855602" y="1133157"/>
                </a:lnTo>
                <a:lnTo>
                  <a:pt x="6858000" y="998073"/>
                </a:lnTo>
              </a:path>
            </a:pathLst>
          </a:custGeom>
          <a:noFill/>
          <a:ln w="9144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287396" y="134668"/>
            <a:ext cx="568600" cy="568671"/>
          </a:xfrm>
          <a:custGeom>
            <a:avLst/>
            <a:gdLst/>
            <a:ahLst/>
            <a:cxnLst/>
            <a:rect l="l" t="t" r="r" b="b"/>
            <a:pathLst>
              <a:path w="568600" h="568671">
                <a:moveTo>
                  <a:pt x="568600" y="284335"/>
                </a:moveTo>
                <a:lnTo>
                  <a:pt x="568028" y="302371"/>
                </a:lnTo>
                <a:lnTo>
                  <a:pt x="566312" y="320335"/>
                </a:lnTo>
                <a:lnTo>
                  <a:pt x="563461" y="338153"/>
                </a:lnTo>
                <a:lnTo>
                  <a:pt x="559486" y="355755"/>
                </a:lnTo>
                <a:lnTo>
                  <a:pt x="554402" y="373069"/>
                </a:lnTo>
                <a:lnTo>
                  <a:pt x="548230" y="390026"/>
                </a:lnTo>
                <a:lnTo>
                  <a:pt x="540995" y="406557"/>
                </a:lnTo>
                <a:lnTo>
                  <a:pt x="532726" y="422596"/>
                </a:lnTo>
                <a:lnTo>
                  <a:pt x="523457" y="438078"/>
                </a:lnTo>
                <a:lnTo>
                  <a:pt x="513224" y="452942"/>
                </a:lnTo>
                <a:lnTo>
                  <a:pt x="502070" y="467126"/>
                </a:lnTo>
                <a:lnTo>
                  <a:pt x="490038" y="480574"/>
                </a:lnTo>
                <a:lnTo>
                  <a:pt x="477177" y="493232"/>
                </a:lnTo>
                <a:lnTo>
                  <a:pt x="463540" y="505049"/>
                </a:lnTo>
                <a:lnTo>
                  <a:pt x="449180" y="515978"/>
                </a:lnTo>
                <a:lnTo>
                  <a:pt x="434156" y="525973"/>
                </a:lnTo>
                <a:lnTo>
                  <a:pt x="418529" y="534996"/>
                </a:lnTo>
                <a:lnTo>
                  <a:pt x="402361" y="543009"/>
                </a:lnTo>
                <a:lnTo>
                  <a:pt x="385717" y="549981"/>
                </a:lnTo>
                <a:lnTo>
                  <a:pt x="368664" y="555883"/>
                </a:lnTo>
                <a:lnTo>
                  <a:pt x="351272" y="560691"/>
                </a:lnTo>
                <a:lnTo>
                  <a:pt x="333609" y="564387"/>
                </a:lnTo>
                <a:lnTo>
                  <a:pt x="315748" y="566955"/>
                </a:lnTo>
                <a:lnTo>
                  <a:pt x="297759" y="568385"/>
                </a:lnTo>
                <a:lnTo>
                  <a:pt x="279717" y="568671"/>
                </a:lnTo>
                <a:lnTo>
                  <a:pt x="261692" y="567813"/>
                </a:lnTo>
                <a:lnTo>
                  <a:pt x="243758" y="565813"/>
                </a:lnTo>
                <a:lnTo>
                  <a:pt x="225987" y="562679"/>
                </a:lnTo>
                <a:lnTo>
                  <a:pt x="208451" y="558425"/>
                </a:lnTo>
                <a:lnTo>
                  <a:pt x="191220" y="553067"/>
                </a:lnTo>
                <a:lnTo>
                  <a:pt x="174363" y="546627"/>
                </a:lnTo>
                <a:lnTo>
                  <a:pt x="157949" y="539131"/>
                </a:lnTo>
                <a:lnTo>
                  <a:pt x="142043" y="530608"/>
                </a:lnTo>
                <a:lnTo>
                  <a:pt x="126709" y="521095"/>
                </a:lnTo>
                <a:lnTo>
                  <a:pt x="112010" y="510628"/>
                </a:lnTo>
                <a:lnTo>
                  <a:pt x="98005" y="499249"/>
                </a:lnTo>
                <a:lnTo>
                  <a:pt x="84749" y="487005"/>
                </a:lnTo>
                <a:lnTo>
                  <a:pt x="72296" y="473946"/>
                </a:lnTo>
                <a:lnTo>
                  <a:pt x="60697" y="460122"/>
                </a:lnTo>
                <a:lnTo>
                  <a:pt x="49998" y="445591"/>
                </a:lnTo>
                <a:lnTo>
                  <a:pt x="40242" y="430411"/>
                </a:lnTo>
                <a:lnTo>
                  <a:pt x="31469" y="414642"/>
                </a:lnTo>
                <a:lnTo>
                  <a:pt x="23713" y="398349"/>
                </a:lnTo>
                <a:lnTo>
                  <a:pt x="17007" y="381596"/>
                </a:lnTo>
                <a:lnTo>
                  <a:pt x="11376" y="364452"/>
                </a:lnTo>
                <a:lnTo>
                  <a:pt x="6844" y="346986"/>
                </a:lnTo>
                <a:lnTo>
                  <a:pt x="3429" y="329267"/>
                </a:lnTo>
                <a:lnTo>
                  <a:pt x="1145" y="311367"/>
                </a:lnTo>
                <a:lnTo>
                  <a:pt x="0" y="293358"/>
                </a:lnTo>
                <a:lnTo>
                  <a:pt x="0" y="275313"/>
                </a:lnTo>
                <a:lnTo>
                  <a:pt x="1145" y="257304"/>
                </a:lnTo>
                <a:lnTo>
                  <a:pt x="3429" y="239404"/>
                </a:lnTo>
                <a:lnTo>
                  <a:pt x="6844" y="221685"/>
                </a:lnTo>
                <a:lnTo>
                  <a:pt x="11376" y="204219"/>
                </a:lnTo>
                <a:lnTo>
                  <a:pt x="17007" y="187075"/>
                </a:lnTo>
                <a:lnTo>
                  <a:pt x="23713" y="170322"/>
                </a:lnTo>
                <a:lnTo>
                  <a:pt x="31469" y="154029"/>
                </a:lnTo>
                <a:lnTo>
                  <a:pt x="40242" y="138260"/>
                </a:lnTo>
                <a:lnTo>
                  <a:pt x="49998" y="123080"/>
                </a:lnTo>
                <a:lnTo>
                  <a:pt x="60697" y="108549"/>
                </a:lnTo>
                <a:lnTo>
                  <a:pt x="72296" y="94725"/>
                </a:lnTo>
                <a:lnTo>
                  <a:pt x="84749" y="81666"/>
                </a:lnTo>
                <a:lnTo>
                  <a:pt x="98005" y="69422"/>
                </a:lnTo>
                <a:lnTo>
                  <a:pt x="112010" y="58043"/>
                </a:lnTo>
                <a:lnTo>
                  <a:pt x="126709" y="47576"/>
                </a:lnTo>
                <a:lnTo>
                  <a:pt x="142043" y="38062"/>
                </a:lnTo>
                <a:lnTo>
                  <a:pt x="157949" y="29540"/>
                </a:lnTo>
                <a:lnTo>
                  <a:pt x="174363" y="22044"/>
                </a:lnTo>
                <a:lnTo>
                  <a:pt x="191220" y="15604"/>
                </a:lnTo>
                <a:lnTo>
                  <a:pt x="208451" y="10246"/>
                </a:lnTo>
                <a:lnTo>
                  <a:pt x="225987" y="5992"/>
                </a:lnTo>
                <a:lnTo>
                  <a:pt x="243758" y="2858"/>
                </a:lnTo>
                <a:lnTo>
                  <a:pt x="261692" y="858"/>
                </a:lnTo>
                <a:lnTo>
                  <a:pt x="279717" y="0"/>
                </a:lnTo>
                <a:lnTo>
                  <a:pt x="297759" y="286"/>
                </a:lnTo>
                <a:lnTo>
                  <a:pt x="315748" y="1716"/>
                </a:lnTo>
                <a:lnTo>
                  <a:pt x="333609" y="4284"/>
                </a:lnTo>
                <a:lnTo>
                  <a:pt x="351272" y="7980"/>
                </a:lnTo>
                <a:lnTo>
                  <a:pt x="368664" y="12788"/>
                </a:lnTo>
                <a:lnTo>
                  <a:pt x="385717" y="18690"/>
                </a:lnTo>
                <a:lnTo>
                  <a:pt x="402361" y="25662"/>
                </a:lnTo>
                <a:lnTo>
                  <a:pt x="418529" y="33675"/>
                </a:lnTo>
                <a:lnTo>
                  <a:pt x="434156" y="42698"/>
                </a:lnTo>
                <a:lnTo>
                  <a:pt x="449180" y="52693"/>
                </a:lnTo>
                <a:lnTo>
                  <a:pt x="463540" y="63622"/>
                </a:lnTo>
                <a:lnTo>
                  <a:pt x="477177" y="75438"/>
                </a:lnTo>
                <a:lnTo>
                  <a:pt x="490038" y="88097"/>
                </a:lnTo>
                <a:lnTo>
                  <a:pt x="502070" y="101545"/>
                </a:lnTo>
                <a:lnTo>
                  <a:pt x="513224" y="115729"/>
                </a:lnTo>
                <a:lnTo>
                  <a:pt x="523457" y="130593"/>
                </a:lnTo>
                <a:lnTo>
                  <a:pt x="532726" y="146075"/>
                </a:lnTo>
                <a:lnTo>
                  <a:pt x="540995" y="162114"/>
                </a:lnTo>
                <a:lnTo>
                  <a:pt x="548230" y="178645"/>
                </a:lnTo>
                <a:lnTo>
                  <a:pt x="554402" y="195602"/>
                </a:lnTo>
                <a:lnTo>
                  <a:pt x="559486" y="212916"/>
                </a:lnTo>
                <a:lnTo>
                  <a:pt x="563461" y="230518"/>
                </a:lnTo>
                <a:lnTo>
                  <a:pt x="566312" y="248336"/>
                </a:lnTo>
                <a:lnTo>
                  <a:pt x="568028" y="266300"/>
                </a:lnTo>
                <a:lnTo>
                  <a:pt x="568600" y="284335"/>
                </a:lnTo>
              </a:path>
            </a:pathLst>
          </a:custGeom>
          <a:noFill/>
          <a:ln w="9144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278132" y="66"/>
            <a:ext cx="587133" cy="1056973"/>
          </a:xfrm>
          <a:custGeom>
            <a:avLst/>
            <a:gdLst/>
            <a:ahLst/>
            <a:cxnLst/>
            <a:rect l="l" t="t" r="r" b="b"/>
            <a:pathLst>
              <a:path w="587133" h="1056973">
                <a:moveTo>
                  <a:pt x="587133" y="528486"/>
                </a:moveTo>
                <a:lnTo>
                  <a:pt x="586542" y="562009"/>
                </a:lnTo>
                <a:lnTo>
                  <a:pt x="584771" y="595397"/>
                </a:lnTo>
                <a:lnTo>
                  <a:pt x="581827" y="628516"/>
                </a:lnTo>
                <a:lnTo>
                  <a:pt x="577721" y="661232"/>
                </a:lnTo>
                <a:lnTo>
                  <a:pt x="572472" y="693413"/>
                </a:lnTo>
                <a:lnTo>
                  <a:pt x="566099" y="724930"/>
                </a:lnTo>
                <a:lnTo>
                  <a:pt x="558628" y="755656"/>
                </a:lnTo>
                <a:lnTo>
                  <a:pt x="550090" y="785467"/>
                </a:lnTo>
                <a:lnTo>
                  <a:pt x="540519" y="814244"/>
                </a:lnTo>
                <a:lnTo>
                  <a:pt x="529953" y="841870"/>
                </a:lnTo>
                <a:lnTo>
                  <a:pt x="518434" y="868234"/>
                </a:lnTo>
                <a:lnTo>
                  <a:pt x="506010" y="893230"/>
                </a:lnTo>
                <a:lnTo>
                  <a:pt x="492730" y="916757"/>
                </a:lnTo>
                <a:lnTo>
                  <a:pt x="478648" y="938721"/>
                </a:lnTo>
                <a:lnTo>
                  <a:pt x="463821" y="959033"/>
                </a:lnTo>
                <a:lnTo>
                  <a:pt x="448307" y="977611"/>
                </a:lnTo>
                <a:lnTo>
                  <a:pt x="432170" y="994381"/>
                </a:lnTo>
                <a:lnTo>
                  <a:pt x="415475" y="1009275"/>
                </a:lnTo>
                <a:lnTo>
                  <a:pt x="398289" y="1022233"/>
                </a:lnTo>
                <a:lnTo>
                  <a:pt x="380680" y="1033203"/>
                </a:lnTo>
                <a:lnTo>
                  <a:pt x="362721" y="1042140"/>
                </a:lnTo>
                <a:lnTo>
                  <a:pt x="344483" y="1049010"/>
                </a:lnTo>
                <a:lnTo>
                  <a:pt x="326039" y="1053783"/>
                </a:lnTo>
                <a:lnTo>
                  <a:pt x="307464" y="1056441"/>
                </a:lnTo>
                <a:lnTo>
                  <a:pt x="288834" y="1056973"/>
                </a:lnTo>
                <a:lnTo>
                  <a:pt x="270221" y="1055377"/>
                </a:lnTo>
                <a:lnTo>
                  <a:pt x="251703" y="1051660"/>
                </a:lnTo>
                <a:lnTo>
                  <a:pt x="233353" y="1045835"/>
                </a:lnTo>
                <a:lnTo>
                  <a:pt x="215245" y="1037928"/>
                </a:lnTo>
                <a:lnTo>
                  <a:pt x="197452" y="1027969"/>
                </a:lnTo>
                <a:lnTo>
                  <a:pt x="180046" y="1016000"/>
                </a:lnTo>
                <a:lnTo>
                  <a:pt x="163097" y="1002067"/>
                </a:lnTo>
                <a:lnTo>
                  <a:pt x="146672" y="986227"/>
                </a:lnTo>
                <a:lnTo>
                  <a:pt x="130839" y="968544"/>
                </a:lnTo>
                <a:lnTo>
                  <a:pt x="115661" y="949089"/>
                </a:lnTo>
                <a:lnTo>
                  <a:pt x="101199" y="927940"/>
                </a:lnTo>
                <a:lnTo>
                  <a:pt x="87511" y="905183"/>
                </a:lnTo>
                <a:lnTo>
                  <a:pt x="74653" y="880909"/>
                </a:lnTo>
                <a:lnTo>
                  <a:pt x="62675" y="855216"/>
                </a:lnTo>
                <a:lnTo>
                  <a:pt x="51628" y="828208"/>
                </a:lnTo>
                <a:lnTo>
                  <a:pt x="41554" y="799992"/>
                </a:lnTo>
                <a:lnTo>
                  <a:pt x="32494" y="770683"/>
                </a:lnTo>
                <a:lnTo>
                  <a:pt x="24486" y="740400"/>
                </a:lnTo>
                <a:lnTo>
                  <a:pt x="17561" y="709262"/>
                </a:lnTo>
                <a:lnTo>
                  <a:pt x="11746" y="677397"/>
                </a:lnTo>
                <a:lnTo>
                  <a:pt x="7067" y="644932"/>
                </a:lnTo>
                <a:lnTo>
                  <a:pt x="3540" y="611999"/>
                </a:lnTo>
                <a:lnTo>
                  <a:pt x="1182" y="578729"/>
                </a:lnTo>
                <a:lnTo>
                  <a:pt x="0" y="545256"/>
                </a:lnTo>
                <a:lnTo>
                  <a:pt x="0" y="511717"/>
                </a:lnTo>
                <a:lnTo>
                  <a:pt x="1182" y="478244"/>
                </a:lnTo>
                <a:lnTo>
                  <a:pt x="3540" y="444974"/>
                </a:lnTo>
                <a:lnTo>
                  <a:pt x="7067" y="412041"/>
                </a:lnTo>
                <a:lnTo>
                  <a:pt x="11746" y="379576"/>
                </a:lnTo>
                <a:lnTo>
                  <a:pt x="17561" y="347711"/>
                </a:lnTo>
                <a:lnTo>
                  <a:pt x="24486" y="316573"/>
                </a:lnTo>
                <a:lnTo>
                  <a:pt x="32494" y="286289"/>
                </a:lnTo>
                <a:lnTo>
                  <a:pt x="41554" y="256981"/>
                </a:lnTo>
                <a:lnTo>
                  <a:pt x="51628" y="228765"/>
                </a:lnTo>
                <a:lnTo>
                  <a:pt x="62675" y="201757"/>
                </a:lnTo>
                <a:lnTo>
                  <a:pt x="74653" y="176064"/>
                </a:lnTo>
                <a:lnTo>
                  <a:pt x="87511" y="151790"/>
                </a:lnTo>
                <a:lnTo>
                  <a:pt x="101199" y="129033"/>
                </a:lnTo>
                <a:lnTo>
                  <a:pt x="115661" y="107884"/>
                </a:lnTo>
                <a:lnTo>
                  <a:pt x="130839" y="88429"/>
                </a:lnTo>
                <a:lnTo>
                  <a:pt x="146672" y="70746"/>
                </a:lnTo>
                <a:lnTo>
                  <a:pt x="163097" y="54906"/>
                </a:lnTo>
                <a:lnTo>
                  <a:pt x="180046" y="40973"/>
                </a:lnTo>
                <a:lnTo>
                  <a:pt x="197452" y="29003"/>
                </a:lnTo>
                <a:lnTo>
                  <a:pt x="215245" y="19045"/>
                </a:lnTo>
                <a:lnTo>
                  <a:pt x="233353" y="11138"/>
                </a:lnTo>
                <a:lnTo>
                  <a:pt x="251703" y="5313"/>
                </a:lnTo>
                <a:lnTo>
                  <a:pt x="270221" y="1596"/>
                </a:lnTo>
                <a:lnTo>
                  <a:pt x="288834" y="0"/>
                </a:lnTo>
                <a:lnTo>
                  <a:pt x="307464" y="532"/>
                </a:lnTo>
                <a:lnTo>
                  <a:pt x="326039" y="3190"/>
                </a:lnTo>
                <a:lnTo>
                  <a:pt x="344483" y="7963"/>
                </a:lnTo>
                <a:lnTo>
                  <a:pt x="362721" y="14833"/>
                </a:lnTo>
                <a:lnTo>
                  <a:pt x="380680" y="23770"/>
                </a:lnTo>
                <a:lnTo>
                  <a:pt x="398289" y="34740"/>
                </a:lnTo>
                <a:lnTo>
                  <a:pt x="415475" y="47698"/>
                </a:lnTo>
                <a:lnTo>
                  <a:pt x="432170" y="62592"/>
                </a:lnTo>
                <a:lnTo>
                  <a:pt x="448307" y="79362"/>
                </a:lnTo>
                <a:lnTo>
                  <a:pt x="463821" y="97940"/>
                </a:lnTo>
                <a:lnTo>
                  <a:pt x="478648" y="118252"/>
                </a:lnTo>
                <a:lnTo>
                  <a:pt x="492730" y="140216"/>
                </a:lnTo>
                <a:lnTo>
                  <a:pt x="506010" y="163743"/>
                </a:lnTo>
                <a:lnTo>
                  <a:pt x="518434" y="188739"/>
                </a:lnTo>
                <a:lnTo>
                  <a:pt x="529953" y="215103"/>
                </a:lnTo>
                <a:lnTo>
                  <a:pt x="540519" y="242729"/>
                </a:lnTo>
                <a:lnTo>
                  <a:pt x="550090" y="271506"/>
                </a:lnTo>
                <a:lnTo>
                  <a:pt x="558628" y="301317"/>
                </a:lnTo>
                <a:lnTo>
                  <a:pt x="566099" y="332043"/>
                </a:lnTo>
                <a:lnTo>
                  <a:pt x="572472" y="363560"/>
                </a:lnTo>
                <a:lnTo>
                  <a:pt x="577721" y="395741"/>
                </a:lnTo>
                <a:lnTo>
                  <a:pt x="581827" y="428457"/>
                </a:lnTo>
                <a:lnTo>
                  <a:pt x="584771" y="461576"/>
                </a:lnTo>
                <a:lnTo>
                  <a:pt x="586542" y="494964"/>
                </a:lnTo>
                <a:lnTo>
                  <a:pt x="587133" y="528486"/>
                </a:lnTo>
              </a:path>
            </a:pathLst>
          </a:custGeom>
          <a:noFill/>
          <a:ln w="9144">
            <a:solidFill>
              <a:srgbClr val="8A2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571625" y="370096"/>
            <a:ext cx="280134" cy="48907"/>
          </a:xfrm>
          <a:custGeom>
            <a:avLst/>
            <a:gdLst/>
            <a:ahLst/>
            <a:cxnLst/>
            <a:rect l="l" t="t" r="r" b="b"/>
            <a:pathLst>
              <a:path w="280134" h="48907">
                <a:moveTo>
                  <a:pt x="0" y="48907"/>
                </a:moveTo>
                <a:lnTo>
                  <a:pt x="280134" y="0"/>
                </a:lnTo>
              </a:path>
            </a:pathLst>
          </a:custGeom>
          <a:noFill/>
          <a:ln w="9144">
            <a:solidFill>
              <a:srgbClr val="5F9E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291490" y="370096"/>
            <a:ext cx="280135" cy="48907"/>
          </a:xfrm>
          <a:custGeom>
            <a:avLst/>
            <a:gdLst/>
            <a:ahLst/>
            <a:cxnLst/>
            <a:rect l="l" t="t" r="r" b="b"/>
            <a:pathLst>
              <a:path w="280135" h="48907">
                <a:moveTo>
                  <a:pt x="280135" y="48907"/>
                </a:moveTo>
                <a:lnTo>
                  <a:pt x="0" y="0"/>
                </a:lnTo>
              </a:path>
            </a:pathLst>
          </a:custGeom>
          <a:noFill/>
          <a:ln w="9144">
            <a:solidFill>
              <a:srgbClr val="5F9E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