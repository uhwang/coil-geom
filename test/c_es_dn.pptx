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6333793"/>
          </a:xfrm>
          <a:custGeom>
            <a:avLst/>
            <a:gdLst/>
            <a:ahLst/>
            <a:cxnLst/>
            <a:rect l="l" t="t" r="r" b="b"/>
            <a:pathLst>
              <a:path w="6858000" h="6333793">
                <a:moveTo>
                  <a:pt x="0" y="2177615"/>
                </a:moveTo>
                <a:lnTo>
                  <a:pt x="5231" y="2472344"/>
                </a:lnTo>
                <a:lnTo>
                  <a:pt x="20899" y="2765589"/>
                </a:lnTo>
                <a:lnTo>
                  <a:pt x="46924" y="3055874"/>
                </a:lnTo>
                <a:lnTo>
                  <a:pt x="83176" y="3341737"/>
                </a:lnTo>
                <a:lnTo>
                  <a:pt x="129473" y="3621739"/>
                </a:lnTo>
                <a:lnTo>
                  <a:pt x="185580" y="3894471"/>
                </a:lnTo>
                <a:lnTo>
                  <a:pt x="251215" y="4158559"/>
                </a:lnTo>
                <a:lnTo>
                  <a:pt x="326049" y="4412674"/>
                </a:lnTo>
                <a:lnTo>
                  <a:pt x="409704" y="4655536"/>
                </a:lnTo>
                <a:lnTo>
                  <a:pt x="501759" y="4885923"/>
                </a:lnTo>
                <a:lnTo>
                  <a:pt x="601751" y="5102674"/>
                </a:lnTo>
                <a:lnTo>
                  <a:pt x="709176" y="5304699"/>
                </a:lnTo>
                <a:lnTo>
                  <a:pt x="823493" y="5490980"/>
                </a:lnTo>
                <a:lnTo>
                  <a:pt x="944127" y="5660580"/>
                </a:lnTo>
                <a:lnTo>
                  <a:pt x="1070471" y="5812645"/>
                </a:lnTo>
                <a:lnTo>
                  <a:pt x="1201888" y="5946408"/>
                </a:lnTo>
                <a:lnTo>
                  <a:pt x="1337717" y="6061197"/>
                </a:lnTo>
                <a:lnTo>
                  <a:pt x="1477274" y="6156434"/>
                </a:lnTo>
                <a:lnTo>
                  <a:pt x="1619857" y="6231639"/>
                </a:lnTo>
                <a:lnTo>
                  <a:pt x="1764746" y="6286434"/>
                </a:lnTo>
                <a:lnTo>
                  <a:pt x="1911214" y="6320542"/>
                </a:lnTo>
                <a:lnTo>
                  <a:pt x="2058522" y="6333793"/>
                </a:lnTo>
                <a:lnTo>
                  <a:pt x="2205930" y="6326119"/>
                </a:lnTo>
                <a:lnTo>
                  <a:pt x="2352694" y="6297558"/>
                </a:lnTo>
                <a:lnTo>
                  <a:pt x="2498076" y="6248255"/>
                </a:lnTo>
                <a:lnTo>
                  <a:pt x="2641344" y="6178459"/>
                </a:lnTo>
                <a:lnTo>
                  <a:pt x="2781777" y="6088519"/>
                </a:lnTo>
                <a:lnTo>
                  <a:pt x="2918668" y="5978890"/>
                </a:lnTo>
                <a:lnTo>
                  <a:pt x="3051327" y="5850123"/>
                </a:lnTo>
                <a:lnTo>
                  <a:pt x="3179086" y="5702866"/>
                </a:lnTo>
                <a:lnTo>
                  <a:pt x="3301303" y="5537861"/>
                </a:lnTo>
                <a:lnTo>
                  <a:pt x="3417362" y="5355938"/>
                </a:lnTo>
                <a:lnTo>
                  <a:pt x="3526679" y="5158014"/>
                </a:lnTo>
                <a:lnTo>
                  <a:pt x="3628703" y="4945085"/>
                </a:lnTo>
                <a:lnTo>
                  <a:pt x="3722921" y="4718222"/>
                </a:lnTo>
                <a:lnTo>
                  <a:pt x="3808858" y="4478569"/>
                </a:lnTo>
                <a:lnTo>
                  <a:pt x="3886082" y="4227331"/>
                </a:lnTo>
                <a:lnTo>
                  <a:pt x="3954204" y="3965774"/>
                </a:lnTo>
                <a:lnTo>
                  <a:pt x="4012881" y="3695214"/>
                </a:lnTo>
                <a:lnTo>
                  <a:pt x="4061818" y="3417014"/>
                </a:lnTo>
                <a:lnTo>
                  <a:pt x="4100767" y="3132573"/>
                </a:lnTo>
                <a:lnTo>
                  <a:pt x="4129534" y="2843325"/>
                </a:lnTo>
                <a:lnTo>
                  <a:pt x="4147973" y="2550725"/>
                </a:lnTo>
                <a:lnTo>
                  <a:pt x="4155991" y="2256247"/>
                </a:lnTo>
                <a:lnTo>
                  <a:pt x="4153549" y="1961373"/>
                </a:lnTo>
                <a:lnTo>
                  <a:pt x="4140657" y="1667588"/>
                </a:lnTo>
                <a:lnTo>
                  <a:pt x="4117382" y="1376370"/>
                </a:lnTo>
                <a:lnTo>
                  <a:pt x="4083841" y="1089186"/>
                </a:lnTo>
                <a:lnTo>
                  <a:pt x="4040202" y="807482"/>
                </a:lnTo>
                <a:lnTo>
                  <a:pt x="4040202" y="807482"/>
                </a:lnTo>
                <a:lnTo>
                  <a:pt x="4016571" y="693524"/>
                </a:lnTo>
                <a:lnTo>
                  <a:pt x="3986403" y="584680"/>
                </a:lnTo>
                <a:lnTo>
                  <a:pt x="3950034" y="482162"/>
                </a:lnTo>
                <a:lnTo>
                  <a:pt x="3907868" y="387109"/>
                </a:lnTo>
                <a:lnTo>
                  <a:pt x="3860374" y="300579"/>
                </a:lnTo>
                <a:lnTo>
                  <a:pt x="3808081" y="223535"/>
                </a:lnTo>
                <a:lnTo>
                  <a:pt x="3751571" y="156834"/>
                </a:lnTo>
                <a:lnTo>
                  <a:pt x="3691471" y="101219"/>
                </a:lnTo>
                <a:lnTo>
                  <a:pt x="3628452" y="57307"/>
                </a:lnTo>
                <a:lnTo>
                  <a:pt x="3563214" y="25588"/>
                </a:lnTo>
                <a:lnTo>
                  <a:pt x="3496482" y="6415"/>
                </a:lnTo>
                <a:lnTo>
                  <a:pt x="3429000" y="0"/>
                </a:lnTo>
                <a:lnTo>
                  <a:pt x="3361517" y="6415"/>
                </a:lnTo>
                <a:lnTo>
                  <a:pt x="3294785" y="25588"/>
                </a:lnTo>
                <a:lnTo>
                  <a:pt x="3229547" y="57307"/>
                </a:lnTo>
                <a:lnTo>
                  <a:pt x="3166528" y="101219"/>
                </a:lnTo>
                <a:lnTo>
                  <a:pt x="3106428" y="156834"/>
                </a:lnTo>
                <a:lnTo>
                  <a:pt x="3049918" y="223535"/>
                </a:lnTo>
                <a:lnTo>
                  <a:pt x="2997625" y="300579"/>
                </a:lnTo>
                <a:lnTo>
                  <a:pt x="2950131" y="387109"/>
                </a:lnTo>
                <a:lnTo>
                  <a:pt x="2907965" y="482162"/>
                </a:lnTo>
                <a:lnTo>
                  <a:pt x="2871596" y="584680"/>
                </a:lnTo>
                <a:lnTo>
                  <a:pt x="2841428" y="693524"/>
                </a:lnTo>
                <a:lnTo>
                  <a:pt x="2817797" y="807482"/>
                </a:lnTo>
                <a:lnTo>
                  <a:pt x="2817797" y="807482"/>
                </a:lnTo>
                <a:lnTo>
                  <a:pt x="2774158" y="1089186"/>
                </a:lnTo>
                <a:lnTo>
                  <a:pt x="2740617" y="1376370"/>
                </a:lnTo>
                <a:lnTo>
                  <a:pt x="2717342" y="1667588"/>
                </a:lnTo>
                <a:lnTo>
                  <a:pt x="2704450" y="1961373"/>
                </a:lnTo>
                <a:lnTo>
                  <a:pt x="2702008" y="2256247"/>
                </a:lnTo>
                <a:lnTo>
                  <a:pt x="2710026" y="2550725"/>
                </a:lnTo>
                <a:lnTo>
                  <a:pt x="2728465" y="2843325"/>
                </a:lnTo>
                <a:lnTo>
                  <a:pt x="2757232" y="3132573"/>
                </a:lnTo>
                <a:lnTo>
                  <a:pt x="2796181" y="3417014"/>
                </a:lnTo>
                <a:lnTo>
                  <a:pt x="2845118" y="3695214"/>
                </a:lnTo>
                <a:lnTo>
                  <a:pt x="2903795" y="3965774"/>
                </a:lnTo>
                <a:lnTo>
                  <a:pt x="2971917" y="4227331"/>
                </a:lnTo>
                <a:lnTo>
                  <a:pt x="3049141" y="4478569"/>
                </a:lnTo>
                <a:lnTo>
                  <a:pt x="3135078" y="4718222"/>
                </a:lnTo>
                <a:lnTo>
                  <a:pt x="3229296" y="4945085"/>
                </a:lnTo>
                <a:lnTo>
                  <a:pt x="3331320" y="5158014"/>
                </a:lnTo>
                <a:lnTo>
                  <a:pt x="3440637" y="5355938"/>
                </a:lnTo>
                <a:lnTo>
                  <a:pt x="3556696" y="5537861"/>
                </a:lnTo>
                <a:lnTo>
                  <a:pt x="3678913" y="5702866"/>
                </a:lnTo>
                <a:lnTo>
                  <a:pt x="3806672" y="5850123"/>
                </a:lnTo>
                <a:lnTo>
                  <a:pt x="3939331" y="5978890"/>
                </a:lnTo>
                <a:lnTo>
                  <a:pt x="4076222" y="6088519"/>
                </a:lnTo>
                <a:lnTo>
                  <a:pt x="4216655" y="6178459"/>
                </a:lnTo>
                <a:lnTo>
                  <a:pt x="4359923" y="6248255"/>
                </a:lnTo>
                <a:lnTo>
                  <a:pt x="4505305" y="6297558"/>
                </a:lnTo>
                <a:lnTo>
                  <a:pt x="4652069" y="6326119"/>
                </a:lnTo>
                <a:lnTo>
                  <a:pt x="4799477" y="6333793"/>
                </a:lnTo>
                <a:lnTo>
                  <a:pt x="4946785" y="6320542"/>
                </a:lnTo>
                <a:lnTo>
                  <a:pt x="5093253" y="6286434"/>
                </a:lnTo>
                <a:lnTo>
                  <a:pt x="5238142" y="6231639"/>
                </a:lnTo>
                <a:lnTo>
                  <a:pt x="5380725" y="6156434"/>
                </a:lnTo>
                <a:lnTo>
                  <a:pt x="5520282" y="6061197"/>
                </a:lnTo>
                <a:lnTo>
                  <a:pt x="5656111" y="5946408"/>
                </a:lnTo>
                <a:lnTo>
                  <a:pt x="5787528" y="5812645"/>
                </a:lnTo>
                <a:lnTo>
                  <a:pt x="5913872" y="5660580"/>
                </a:lnTo>
                <a:lnTo>
                  <a:pt x="6034506" y="5490980"/>
                </a:lnTo>
                <a:lnTo>
                  <a:pt x="6148823" y="5304699"/>
                </a:lnTo>
                <a:lnTo>
                  <a:pt x="6256248" y="5102674"/>
                </a:lnTo>
                <a:lnTo>
                  <a:pt x="6356240" y="4885923"/>
                </a:lnTo>
                <a:lnTo>
                  <a:pt x="6448295" y="4655536"/>
                </a:lnTo>
                <a:lnTo>
                  <a:pt x="6531950" y="4412674"/>
                </a:lnTo>
                <a:lnTo>
                  <a:pt x="6606784" y="4158559"/>
                </a:lnTo>
                <a:lnTo>
                  <a:pt x="6672419" y="3894471"/>
                </a:lnTo>
                <a:lnTo>
                  <a:pt x="6728526" y="3621739"/>
                </a:lnTo>
                <a:lnTo>
                  <a:pt x="6774823" y="3341737"/>
                </a:lnTo>
                <a:lnTo>
                  <a:pt x="6811075" y="3055874"/>
                </a:lnTo>
                <a:lnTo>
                  <a:pt x="6837100" y="2765589"/>
                </a:lnTo>
                <a:lnTo>
                  <a:pt x="6852768" y="2472344"/>
                </a:lnTo>
                <a:lnTo>
                  <a:pt x="6858000" y="2177615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