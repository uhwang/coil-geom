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791575" cy="6858000"/>
          </a:xfrm>
          <a:custGeom>
            <a:avLst/>
            <a:gdLst/>
            <a:ahLst/>
            <a:cxnLst/>
            <a:rect l="l" t="t" r="r" b="b"/>
            <a:pathLst>
              <a:path w="6791575" h="6858000">
                <a:moveTo>
                  <a:pt x="0" y="2742077"/>
                </a:moveTo>
                <a:lnTo>
                  <a:pt x="5180" y="3033951"/>
                </a:lnTo>
                <a:lnTo>
                  <a:pt x="20696" y="3324356"/>
                </a:lnTo>
                <a:lnTo>
                  <a:pt x="46470" y="3611830"/>
                </a:lnTo>
                <a:lnTo>
                  <a:pt x="82371" y="3894924"/>
                </a:lnTo>
                <a:lnTo>
                  <a:pt x="128219" y="4172214"/>
                </a:lnTo>
                <a:lnTo>
                  <a:pt x="183782" y="4442304"/>
                </a:lnTo>
                <a:lnTo>
                  <a:pt x="248782" y="4703834"/>
                </a:lnTo>
                <a:lnTo>
                  <a:pt x="322891" y="4955488"/>
                </a:lnTo>
                <a:lnTo>
                  <a:pt x="405736" y="5195998"/>
                </a:lnTo>
                <a:lnTo>
                  <a:pt x="496899" y="5424153"/>
                </a:lnTo>
                <a:lnTo>
                  <a:pt x="595922" y="5638805"/>
                </a:lnTo>
                <a:lnTo>
                  <a:pt x="702307" y="5838873"/>
                </a:lnTo>
                <a:lnTo>
                  <a:pt x="815517" y="6023350"/>
                </a:lnTo>
                <a:lnTo>
                  <a:pt x="934983" y="6191307"/>
                </a:lnTo>
                <a:lnTo>
                  <a:pt x="1060103" y="6341899"/>
                </a:lnTo>
                <a:lnTo>
                  <a:pt x="1190247" y="6474367"/>
                </a:lnTo>
                <a:lnTo>
                  <a:pt x="1324761" y="6588044"/>
                </a:lnTo>
                <a:lnTo>
                  <a:pt x="1462966" y="6682359"/>
                </a:lnTo>
                <a:lnTo>
                  <a:pt x="1604167" y="6756835"/>
                </a:lnTo>
                <a:lnTo>
                  <a:pt x="1747654" y="6811099"/>
                </a:lnTo>
                <a:lnTo>
                  <a:pt x="1892703" y="6844877"/>
                </a:lnTo>
                <a:lnTo>
                  <a:pt x="2038584" y="6858000"/>
                </a:lnTo>
                <a:lnTo>
                  <a:pt x="2184564" y="6850400"/>
                </a:lnTo>
                <a:lnTo>
                  <a:pt x="2329907" y="6822116"/>
                </a:lnTo>
                <a:lnTo>
                  <a:pt x="2473881" y="6773291"/>
                </a:lnTo>
                <a:lnTo>
                  <a:pt x="2615761" y="6704170"/>
                </a:lnTo>
                <a:lnTo>
                  <a:pt x="2754834" y="6615102"/>
                </a:lnTo>
                <a:lnTo>
                  <a:pt x="2890398" y="6506534"/>
                </a:lnTo>
                <a:lnTo>
                  <a:pt x="3021772" y="6379014"/>
                </a:lnTo>
                <a:lnTo>
                  <a:pt x="3148295" y="6233184"/>
                </a:lnTo>
                <a:lnTo>
                  <a:pt x="3269328" y="6069777"/>
                </a:lnTo>
                <a:lnTo>
                  <a:pt x="3384263" y="5889616"/>
                </a:lnTo>
                <a:lnTo>
                  <a:pt x="3492521" y="5693609"/>
                </a:lnTo>
                <a:lnTo>
                  <a:pt x="3593557" y="5482742"/>
                </a:lnTo>
                <a:lnTo>
                  <a:pt x="3686862" y="5258077"/>
                </a:lnTo>
                <a:lnTo>
                  <a:pt x="3771967" y="5020745"/>
                </a:lnTo>
                <a:lnTo>
                  <a:pt x="3848443" y="4771940"/>
                </a:lnTo>
                <a:lnTo>
                  <a:pt x="3915905" y="4512917"/>
                </a:lnTo>
                <a:lnTo>
                  <a:pt x="3974014" y="4244977"/>
                </a:lnTo>
                <a:lnTo>
                  <a:pt x="4022476" y="3969471"/>
                </a:lnTo>
                <a:lnTo>
                  <a:pt x="4061048" y="3687786"/>
                </a:lnTo>
                <a:lnTo>
                  <a:pt x="4089537" y="3401339"/>
                </a:lnTo>
                <a:lnTo>
                  <a:pt x="4107797" y="3111574"/>
                </a:lnTo>
                <a:lnTo>
                  <a:pt x="4115738" y="2819948"/>
                </a:lnTo>
                <a:lnTo>
                  <a:pt x="4113319" y="2527929"/>
                </a:lnTo>
                <a:lnTo>
                  <a:pt x="4100552" y="2236990"/>
                </a:lnTo>
                <a:lnTo>
                  <a:pt x="4077503" y="1948593"/>
                </a:lnTo>
                <a:lnTo>
                  <a:pt x="4044286" y="1664190"/>
                </a:lnTo>
                <a:lnTo>
                  <a:pt x="4001070" y="1385215"/>
                </a:lnTo>
                <a:lnTo>
                  <a:pt x="4001070" y="1385215"/>
                </a:lnTo>
                <a:lnTo>
                  <a:pt x="3961717" y="1175145"/>
                </a:lnTo>
                <a:lnTo>
                  <a:pt x="3919575" y="979691"/>
                </a:lnTo>
                <a:lnTo>
                  <a:pt x="3874850" y="799819"/>
                </a:lnTo>
                <a:lnTo>
                  <a:pt x="3827763" y="636414"/>
                </a:lnTo>
                <a:lnTo>
                  <a:pt x="3778546" y="490282"/>
                </a:lnTo>
                <a:lnTo>
                  <a:pt x="3727442" y="362144"/>
                </a:lnTo>
                <a:lnTo>
                  <a:pt x="3674702" y="252631"/>
                </a:lnTo>
                <a:lnTo>
                  <a:pt x="3620588" y="162284"/>
                </a:lnTo>
                <a:lnTo>
                  <a:pt x="3565365" y="91548"/>
                </a:lnTo>
                <a:lnTo>
                  <a:pt x="3509305" y="40771"/>
                </a:lnTo>
                <a:lnTo>
                  <a:pt x="3452687" y="10205"/>
                </a:lnTo>
                <a:lnTo>
                  <a:pt x="3395787" y="0"/>
                </a:lnTo>
                <a:lnTo>
                  <a:pt x="3338888" y="10205"/>
                </a:lnTo>
                <a:lnTo>
                  <a:pt x="3282269" y="40771"/>
                </a:lnTo>
                <a:lnTo>
                  <a:pt x="3226210" y="91548"/>
                </a:lnTo>
                <a:lnTo>
                  <a:pt x="3170987" y="162284"/>
                </a:lnTo>
                <a:lnTo>
                  <a:pt x="3116873" y="252631"/>
                </a:lnTo>
                <a:lnTo>
                  <a:pt x="3064133" y="362144"/>
                </a:lnTo>
                <a:lnTo>
                  <a:pt x="3013029" y="490282"/>
                </a:lnTo>
                <a:lnTo>
                  <a:pt x="2963812" y="636414"/>
                </a:lnTo>
                <a:lnTo>
                  <a:pt x="2916725" y="799819"/>
                </a:lnTo>
                <a:lnTo>
                  <a:pt x="2872000" y="979691"/>
                </a:lnTo>
                <a:lnTo>
                  <a:pt x="2829857" y="1175145"/>
                </a:lnTo>
                <a:lnTo>
                  <a:pt x="2790505" y="1385215"/>
                </a:lnTo>
                <a:lnTo>
                  <a:pt x="2790505" y="1385215"/>
                </a:lnTo>
                <a:lnTo>
                  <a:pt x="2747289" y="1664190"/>
                </a:lnTo>
                <a:lnTo>
                  <a:pt x="2714072" y="1948593"/>
                </a:lnTo>
                <a:lnTo>
                  <a:pt x="2691022" y="2236990"/>
                </a:lnTo>
                <a:lnTo>
                  <a:pt x="2678256" y="2527929"/>
                </a:lnTo>
                <a:lnTo>
                  <a:pt x="2675837" y="2819948"/>
                </a:lnTo>
                <a:lnTo>
                  <a:pt x="2683778" y="3111574"/>
                </a:lnTo>
                <a:lnTo>
                  <a:pt x="2702038" y="3401339"/>
                </a:lnTo>
                <a:lnTo>
                  <a:pt x="2730526" y="3687786"/>
                </a:lnTo>
                <a:lnTo>
                  <a:pt x="2769099" y="3969471"/>
                </a:lnTo>
                <a:lnTo>
                  <a:pt x="2817561" y="4244977"/>
                </a:lnTo>
                <a:lnTo>
                  <a:pt x="2875670" y="4512917"/>
                </a:lnTo>
                <a:lnTo>
                  <a:pt x="2943132" y="4771940"/>
                </a:lnTo>
                <a:lnTo>
                  <a:pt x="3019608" y="5020745"/>
                </a:lnTo>
                <a:lnTo>
                  <a:pt x="3104713" y="5258077"/>
                </a:lnTo>
                <a:lnTo>
                  <a:pt x="3198018" y="5482742"/>
                </a:lnTo>
                <a:lnTo>
                  <a:pt x="3299054" y="5693609"/>
                </a:lnTo>
                <a:lnTo>
                  <a:pt x="3407312" y="5889616"/>
                </a:lnTo>
                <a:lnTo>
                  <a:pt x="3522247" y="6069777"/>
                </a:lnTo>
                <a:lnTo>
                  <a:pt x="3643280" y="6233184"/>
                </a:lnTo>
                <a:lnTo>
                  <a:pt x="3769802" y="6379014"/>
                </a:lnTo>
                <a:lnTo>
                  <a:pt x="3901176" y="6506534"/>
                </a:lnTo>
                <a:lnTo>
                  <a:pt x="4036741" y="6615102"/>
                </a:lnTo>
                <a:lnTo>
                  <a:pt x="4175814" y="6704170"/>
                </a:lnTo>
                <a:lnTo>
                  <a:pt x="4317694" y="6773291"/>
                </a:lnTo>
                <a:lnTo>
                  <a:pt x="4461668" y="6822116"/>
                </a:lnTo>
                <a:lnTo>
                  <a:pt x="4607011" y="6850400"/>
                </a:lnTo>
                <a:lnTo>
                  <a:pt x="4752990" y="6858000"/>
                </a:lnTo>
                <a:lnTo>
                  <a:pt x="4898872" y="6844877"/>
                </a:lnTo>
                <a:lnTo>
                  <a:pt x="5043921" y="6811099"/>
                </a:lnTo>
                <a:lnTo>
                  <a:pt x="5187408" y="6756835"/>
                </a:lnTo>
                <a:lnTo>
                  <a:pt x="5328609" y="6682359"/>
                </a:lnTo>
                <a:lnTo>
                  <a:pt x="5466814" y="6588044"/>
                </a:lnTo>
                <a:lnTo>
                  <a:pt x="5601327" y="6474367"/>
                </a:lnTo>
                <a:lnTo>
                  <a:pt x="5731472" y="6341899"/>
                </a:lnTo>
                <a:lnTo>
                  <a:pt x="5856592" y="6191307"/>
                </a:lnTo>
                <a:lnTo>
                  <a:pt x="5976058" y="6023350"/>
                </a:lnTo>
                <a:lnTo>
                  <a:pt x="6089268" y="5838873"/>
                </a:lnTo>
                <a:lnTo>
                  <a:pt x="6195652" y="5638805"/>
                </a:lnTo>
                <a:lnTo>
                  <a:pt x="6294676" y="5424153"/>
                </a:lnTo>
                <a:lnTo>
                  <a:pt x="6385839" y="5195998"/>
                </a:lnTo>
                <a:lnTo>
                  <a:pt x="6468684" y="4955488"/>
                </a:lnTo>
                <a:lnTo>
                  <a:pt x="6542793" y="4703834"/>
                </a:lnTo>
                <a:lnTo>
                  <a:pt x="6607793" y="4442304"/>
                </a:lnTo>
                <a:lnTo>
                  <a:pt x="6663356" y="4172214"/>
                </a:lnTo>
                <a:lnTo>
                  <a:pt x="6709204" y="3894924"/>
                </a:lnTo>
                <a:lnTo>
                  <a:pt x="6745105" y="3611830"/>
                </a:lnTo>
                <a:lnTo>
                  <a:pt x="6770878" y="3324356"/>
                </a:lnTo>
                <a:lnTo>
                  <a:pt x="6786394" y="3033951"/>
                </a:lnTo>
                <a:lnTo>
                  <a:pt x="6791575" y="2742077"/>
                </a:lnTo>
              </a:path>
            </a:pathLst>
          </a:custGeom>
          <a:noFill/>
          <a:ln w="4572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