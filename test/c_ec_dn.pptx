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6858000" cy="3173992"/>
          </a:xfrm>
          <a:custGeom>
            <a:avLst/>
            <a:gdLst/>
            <a:ahLst/>
            <a:cxnLst/>
            <a:rect l="l" t="t" r="r" b="b"/>
            <a:pathLst>
              <a:path w="6858000" h="3173992">
                <a:moveTo>
                  <a:pt x="0" y="1269077"/>
                </a:moveTo>
                <a:lnTo>
                  <a:pt x="2397" y="1404161"/>
                </a:lnTo>
                <a:lnTo>
                  <a:pt x="9578" y="1538565"/>
                </a:lnTo>
                <a:lnTo>
                  <a:pt x="21507" y="1671612"/>
                </a:lnTo>
                <a:lnTo>
                  <a:pt x="38122" y="1802633"/>
                </a:lnTo>
                <a:lnTo>
                  <a:pt x="59341" y="1930967"/>
                </a:lnTo>
                <a:lnTo>
                  <a:pt x="85057" y="2055969"/>
                </a:lnTo>
                <a:lnTo>
                  <a:pt x="115140" y="2177010"/>
                </a:lnTo>
                <a:lnTo>
                  <a:pt x="149439" y="2293479"/>
                </a:lnTo>
                <a:lnTo>
                  <a:pt x="187781" y="2404791"/>
                </a:lnTo>
                <a:lnTo>
                  <a:pt x="229973" y="2510385"/>
                </a:lnTo>
                <a:lnTo>
                  <a:pt x="275802" y="2609729"/>
                </a:lnTo>
                <a:lnTo>
                  <a:pt x="325039" y="2702324"/>
                </a:lnTo>
                <a:lnTo>
                  <a:pt x="377434" y="2787703"/>
                </a:lnTo>
                <a:lnTo>
                  <a:pt x="432725" y="2865436"/>
                </a:lnTo>
                <a:lnTo>
                  <a:pt x="490632" y="2935132"/>
                </a:lnTo>
                <a:lnTo>
                  <a:pt x="550865" y="2996440"/>
                </a:lnTo>
                <a:lnTo>
                  <a:pt x="613120" y="3049052"/>
                </a:lnTo>
                <a:lnTo>
                  <a:pt x="677084" y="3092702"/>
                </a:lnTo>
                <a:lnTo>
                  <a:pt x="742434" y="3127171"/>
                </a:lnTo>
                <a:lnTo>
                  <a:pt x="808842" y="3152286"/>
                </a:lnTo>
                <a:lnTo>
                  <a:pt x="875973" y="3167919"/>
                </a:lnTo>
                <a:lnTo>
                  <a:pt x="943489" y="3173992"/>
                </a:lnTo>
                <a:lnTo>
                  <a:pt x="1011051" y="3170474"/>
                </a:lnTo>
                <a:lnTo>
                  <a:pt x="1078318" y="3157384"/>
                </a:lnTo>
                <a:lnTo>
                  <a:pt x="1144951" y="3134787"/>
                </a:lnTo>
                <a:lnTo>
                  <a:pt x="1210616" y="3102797"/>
                </a:lnTo>
                <a:lnTo>
                  <a:pt x="1274981" y="3061575"/>
                </a:lnTo>
                <a:lnTo>
                  <a:pt x="1337722" y="3011328"/>
                </a:lnTo>
                <a:lnTo>
                  <a:pt x="1398524" y="2952310"/>
                </a:lnTo>
                <a:lnTo>
                  <a:pt x="1457081" y="2884817"/>
                </a:lnTo>
                <a:lnTo>
                  <a:pt x="1513097" y="2809190"/>
                </a:lnTo>
                <a:lnTo>
                  <a:pt x="1566291" y="2725808"/>
                </a:lnTo>
                <a:lnTo>
                  <a:pt x="1616394" y="2635093"/>
                </a:lnTo>
                <a:lnTo>
                  <a:pt x="1663155" y="2537501"/>
                </a:lnTo>
                <a:lnTo>
                  <a:pt x="1706338" y="2433522"/>
                </a:lnTo>
                <a:lnTo>
                  <a:pt x="1745726" y="2323681"/>
                </a:lnTo>
                <a:lnTo>
                  <a:pt x="1781121" y="2208530"/>
                </a:lnTo>
                <a:lnTo>
                  <a:pt x="1812343" y="2088650"/>
                </a:lnTo>
                <a:lnTo>
                  <a:pt x="1839237" y="1964643"/>
                </a:lnTo>
                <a:lnTo>
                  <a:pt x="1861666" y="1837135"/>
                </a:lnTo>
                <a:lnTo>
                  <a:pt x="1879518" y="1706766"/>
                </a:lnTo>
                <a:lnTo>
                  <a:pt x="1892703" y="1574194"/>
                </a:lnTo>
                <a:lnTo>
                  <a:pt x="1901154" y="1440086"/>
                </a:lnTo>
                <a:lnTo>
                  <a:pt x="1904829" y="1305117"/>
                </a:lnTo>
                <a:lnTo>
                  <a:pt x="1903710" y="1169966"/>
                </a:lnTo>
                <a:lnTo>
                  <a:pt x="1897801" y="1035314"/>
                </a:lnTo>
                <a:lnTo>
                  <a:pt x="1887133" y="901840"/>
                </a:lnTo>
                <a:lnTo>
                  <a:pt x="1871760" y="770214"/>
                </a:lnTo>
                <a:lnTo>
                  <a:pt x="1851759" y="641099"/>
                </a:lnTo>
                <a:lnTo>
                  <a:pt x="1851759" y="641099"/>
                </a:lnTo>
                <a:lnTo>
                  <a:pt x="1833546" y="543876"/>
                </a:lnTo>
                <a:lnTo>
                  <a:pt x="1814042" y="453417"/>
                </a:lnTo>
                <a:lnTo>
                  <a:pt x="1793342" y="370169"/>
                </a:lnTo>
                <a:lnTo>
                  <a:pt x="1771550" y="294542"/>
                </a:lnTo>
                <a:lnTo>
                  <a:pt x="1748771" y="226910"/>
                </a:lnTo>
                <a:lnTo>
                  <a:pt x="1725119" y="167606"/>
                </a:lnTo>
                <a:lnTo>
                  <a:pt x="1700711" y="116921"/>
                </a:lnTo>
                <a:lnTo>
                  <a:pt x="1675666" y="75107"/>
                </a:lnTo>
                <a:lnTo>
                  <a:pt x="1650108" y="42370"/>
                </a:lnTo>
                <a:lnTo>
                  <a:pt x="1624163" y="18869"/>
                </a:lnTo>
                <a:lnTo>
                  <a:pt x="1597958" y="4723"/>
                </a:lnTo>
                <a:lnTo>
                  <a:pt x="1571625" y="0"/>
                </a:lnTo>
                <a:lnTo>
                  <a:pt x="1545291" y="4723"/>
                </a:lnTo>
                <a:lnTo>
                  <a:pt x="1519086" y="18869"/>
                </a:lnTo>
                <a:lnTo>
                  <a:pt x="1493141" y="42370"/>
                </a:lnTo>
                <a:lnTo>
                  <a:pt x="1467583" y="75107"/>
                </a:lnTo>
                <a:lnTo>
                  <a:pt x="1442538" y="116921"/>
                </a:lnTo>
                <a:lnTo>
                  <a:pt x="1418130" y="167606"/>
                </a:lnTo>
                <a:lnTo>
                  <a:pt x="1394478" y="226910"/>
                </a:lnTo>
                <a:lnTo>
                  <a:pt x="1371699" y="294542"/>
                </a:lnTo>
                <a:lnTo>
                  <a:pt x="1349907" y="370169"/>
                </a:lnTo>
                <a:lnTo>
                  <a:pt x="1329207" y="453417"/>
                </a:lnTo>
                <a:lnTo>
                  <a:pt x="1309703" y="543876"/>
                </a:lnTo>
                <a:lnTo>
                  <a:pt x="1291490" y="641099"/>
                </a:lnTo>
                <a:lnTo>
                  <a:pt x="1291490" y="641099"/>
                </a:lnTo>
                <a:lnTo>
                  <a:pt x="1269800" y="782830"/>
                </a:lnTo>
                <a:lnTo>
                  <a:pt x="1253686" y="927504"/>
                </a:lnTo>
                <a:lnTo>
                  <a:pt x="1243244" y="1074245"/>
                </a:lnTo>
                <a:lnTo>
                  <a:pt x="1238538" y="1222166"/>
                </a:lnTo>
                <a:lnTo>
                  <a:pt x="1239597" y="1370372"/>
                </a:lnTo>
                <a:lnTo>
                  <a:pt x="1246414" y="1517963"/>
                </a:lnTo>
                <a:lnTo>
                  <a:pt x="1258947" y="1664049"/>
                </a:lnTo>
                <a:lnTo>
                  <a:pt x="1277122" y="1807743"/>
                </a:lnTo>
                <a:lnTo>
                  <a:pt x="1300827" y="1948176"/>
                </a:lnTo>
                <a:lnTo>
                  <a:pt x="1329919" y="2084498"/>
                </a:lnTo>
                <a:lnTo>
                  <a:pt x="1364223" y="2215884"/>
                </a:lnTo>
                <a:lnTo>
                  <a:pt x="1403531" y="2341538"/>
                </a:lnTo>
                <a:lnTo>
                  <a:pt x="1447604" y="2460699"/>
                </a:lnTo>
                <a:lnTo>
                  <a:pt x="1496176" y="2572647"/>
                </a:lnTo>
                <a:lnTo>
                  <a:pt x="1548953" y="2676704"/>
                </a:lnTo>
                <a:lnTo>
                  <a:pt x="1605615" y="2772238"/>
                </a:lnTo>
                <a:lnTo>
                  <a:pt x="1665819" y="2858673"/>
                </a:lnTo>
                <a:lnTo>
                  <a:pt x="1729201" y="2935485"/>
                </a:lnTo>
                <a:lnTo>
                  <a:pt x="1795377" y="3002209"/>
                </a:lnTo>
                <a:lnTo>
                  <a:pt x="1863947" y="3058442"/>
                </a:lnTo>
                <a:lnTo>
                  <a:pt x="1934495" y="3103841"/>
                </a:lnTo>
                <a:lnTo>
                  <a:pt x="2006594" y="3138134"/>
                </a:lnTo>
                <a:lnTo>
                  <a:pt x="2079809" y="3161111"/>
                </a:lnTo>
                <a:lnTo>
                  <a:pt x="2153694" y="3172635"/>
                </a:lnTo>
                <a:lnTo>
                  <a:pt x="2227805" y="3172635"/>
                </a:lnTo>
                <a:lnTo>
                  <a:pt x="2301690" y="3161111"/>
                </a:lnTo>
                <a:lnTo>
                  <a:pt x="2374905" y="3138134"/>
                </a:lnTo>
                <a:lnTo>
                  <a:pt x="2447004" y="3103841"/>
                </a:lnTo>
                <a:lnTo>
                  <a:pt x="2517552" y="3058442"/>
                </a:lnTo>
                <a:lnTo>
                  <a:pt x="2586122" y="3002209"/>
                </a:lnTo>
                <a:lnTo>
                  <a:pt x="2652298" y="2935485"/>
                </a:lnTo>
                <a:lnTo>
                  <a:pt x="2715680" y="2858673"/>
                </a:lnTo>
                <a:lnTo>
                  <a:pt x="2775884" y="2772238"/>
                </a:lnTo>
                <a:lnTo>
                  <a:pt x="2832546" y="2676704"/>
                </a:lnTo>
                <a:lnTo>
                  <a:pt x="2885323" y="2572647"/>
                </a:lnTo>
                <a:lnTo>
                  <a:pt x="2933895" y="2460699"/>
                </a:lnTo>
                <a:lnTo>
                  <a:pt x="2977968" y="2341538"/>
                </a:lnTo>
                <a:lnTo>
                  <a:pt x="3017276" y="2215884"/>
                </a:lnTo>
                <a:lnTo>
                  <a:pt x="3051580" y="2084498"/>
                </a:lnTo>
                <a:lnTo>
                  <a:pt x="3080672" y="1948176"/>
                </a:lnTo>
                <a:lnTo>
                  <a:pt x="3104377" y="1807743"/>
                </a:lnTo>
                <a:lnTo>
                  <a:pt x="3122552" y="1664049"/>
                </a:lnTo>
                <a:lnTo>
                  <a:pt x="3135085" y="1517963"/>
                </a:lnTo>
                <a:lnTo>
                  <a:pt x="3141902" y="1370372"/>
                </a:lnTo>
                <a:lnTo>
                  <a:pt x="3142961" y="1222166"/>
                </a:lnTo>
                <a:lnTo>
                  <a:pt x="3138255" y="1074245"/>
                </a:lnTo>
                <a:lnTo>
                  <a:pt x="3127813" y="927504"/>
                </a:lnTo>
                <a:lnTo>
                  <a:pt x="3111699" y="782830"/>
                </a:lnTo>
                <a:lnTo>
                  <a:pt x="3090009" y="641099"/>
                </a:lnTo>
                <a:lnTo>
                  <a:pt x="3090009" y="641099"/>
                </a:lnTo>
                <a:lnTo>
                  <a:pt x="3071796" y="543876"/>
                </a:lnTo>
                <a:lnTo>
                  <a:pt x="3052292" y="453417"/>
                </a:lnTo>
                <a:lnTo>
                  <a:pt x="3031592" y="370169"/>
                </a:lnTo>
                <a:lnTo>
                  <a:pt x="3009800" y="294542"/>
                </a:lnTo>
                <a:lnTo>
                  <a:pt x="2987021" y="226910"/>
                </a:lnTo>
                <a:lnTo>
                  <a:pt x="2963369" y="167606"/>
                </a:lnTo>
                <a:lnTo>
                  <a:pt x="2938961" y="116921"/>
                </a:lnTo>
                <a:lnTo>
                  <a:pt x="2913916" y="75107"/>
                </a:lnTo>
                <a:lnTo>
                  <a:pt x="2888358" y="42370"/>
                </a:lnTo>
                <a:lnTo>
                  <a:pt x="2862413" y="18869"/>
                </a:lnTo>
                <a:lnTo>
                  <a:pt x="2836208" y="4723"/>
                </a:lnTo>
                <a:lnTo>
                  <a:pt x="2809875" y="0"/>
                </a:lnTo>
                <a:lnTo>
                  <a:pt x="2783541" y="4723"/>
                </a:lnTo>
                <a:lnTo>
                  <a:pt x="2757336" y="18869"/>
                </a:lnTo>
                <a:lnTo>
                  <a:pt x="2731391" y="42370"/>
                </a:lnTo>
                <a:lnTo>
                  <a:pt x="2705833" y="75107"/>
                </a:lnTo>
                <a:lnTo>
                  <a:pt x="2680788" y="116921"/>
                </a:lnTo>
                <a:lnTo>
                  <a:pt x="2656380" y="167606"/>
                </a:lnTo>
                <a:lnTo>
                  <a:pt x="2632728" y="226910"/>
                </a:lnTo>
                <a:lnTo>
                  <a:pt x="2609949" y="294542"/>
                </a:lnTo>
                <a:lnTo>
                  <a:pt x="2588157" y="370169"/>
                </a:lnTo>
                <a:lnTo>
                  <a:pt x="2567457" y="453417"/>
                </a:lnTo>
                <a:lnTo>
                  <a:pt x="2547953" y="543876"/>
                </a:lnTo>
                <a:lnTo>
                  <a:pt x="2529740" y="641099"/>
                </a:lnTo>
                <a:lnTo>
                  <a:pt x="2529740" y="641099"/>
                </a:lnTo>
                <a:lnTo>
                  <a:pt x="2508050" y="782830"/>
                </a:lnTo>
                <a:lnTo>
                  <a:pt x="2491936" y="927504"/>
                </a:lnTo>
                <a:lnTo>
                  <a:pt x="2481494" y="1074245"/>
                </a:lnTo>
                <a:lnTo>
                  <a:pt x="2476788" y="1222166"/>
                </a:lnTo>
                <a:lnTo>
                  <a:pt x="2477847" y="1370372"/>
                </a:lnTo>
                <a:lnTo>
                  <a:pt x="2484664" y="1517963"/>
                </a:lnTo>
                <a:lnTo>
                  <a:pt x="2497197" y="1664049"/>
                </a:lnTo>
                <a:lnTo>
                  <a:pt x="2515372" y="1807743"/>
                </a:lnTo>
                <a:lnTo>
                  <a:pt x="2539077" y="1948176"/>
                </a:lnTo>
                <a:lnTo>
                  <a:pt x="2568169" y="2084498"/>
                </a:lnTo>
                <a:lnTo>
                  <a:pt x="2602473" y="2215884"/>
                </a:lnTo>
                <a:lnTo>
                  <a:pt x="2641781" y="2341538"/>
                </a:lnTo>
                <a:lnTo>
                  <a:pt x="2685854" y="2460699"/>
                </a:lnTo>
                <a:lnTo>
                  <a:pt x="2734426" y="2572647"/>
                </a:lnTo>
                <a:lnTo>
                  <a:pt x="2787203" y="2676704"/>
                </a:lnTo>
                <a:lnTo>
                  <a:pt x="2843865" y="2772238"/>
                </a:lnTo>
                <a:lnTo>
                  <a:pt x="2904069" y="2858673"/>
                </a:lnTo>
                <a:lnTo>
                  <a:pt x="2967451" y="2935485"/>
                </a:lnTo>
                <a:lnTo>
                  <a:pt x="3033627" y="3002209"/>
                </a:lnTo>
                <a:lnTo>
                  <a:pt x="3102197" y="3058442"/>
                </a:lnTo>
                <a:lnTo>
                  <a:pt x="3172745" y="3103841"/>
                </a:lnTo>
                <a:lnTo>
                  <a:pt x="3244844" y="3138134"/>
                </a:lnTo>
                <a:lnTo>
                  <a:pt x="3318059" y="3161111"/>
                </a:lnTo>
                <a:lnTo>
                  <a:pt x="3391944" y="3172635"/>
                </a:lnTo>
                <a:lnTo>
                  <a:pt x="3466055" y="3172635"/>
                </a:lnTo>
                <a:lnTo>
                  <a:pt x="3539940" y="3161111"/>
                </a:lnTo>
                <a:lnTo>
                  <a:pt x="3613155" y="3138134"/>
                </a:lnTo>
                <a:lnTo>
                  <a:pt x="3685254" y="3103841"/>
                </a:lnTo>
                <a:lnTo>
                  <a:pt x="3755802" y="3058442"/>
                </a:lnTo>
                <a:lnTo>
                  <a:pt x="3824372" y="3002209"/>
                </a:lnTo>
                <a:lnTo>
                  <a:pt x="3890548" y="2935485"/>
                </a:lnTo>
                <a:lnTo>
                  <a:pt x="3953930" y="2858673"/>
                </a:lnTo>
                <a:lnTo>
                  <a:pt x="4014134" y="2772238"/>
                </a:lnTo>
                <a:lnTo>
                  <a:pt x="4070796" y="2676704"/>
                </a:lnTo>
                <a:lnTo>
                  <a:pt x="4123573" y="2572647"/>
                </a:lnTo>
                <a:lnTo>
                  <a:pt x="4172145" y="2460699"/>
                </a:lnTo>
                <a:lnTo>
                  <a:pt x="4216218" y="2341538"/>
                </a:lnTo>
                <a:lnTo>
                  <a:pt x="4255526" y="2215884"/>
                </a:lnTo>
                <a:lnTo>
                  <a:pt x="4289830" y="2084498"/>
                </a:lnTo>
                <a:lnTo>
                  <a:pt x="4318922" y="1948176"/>
                </a:lnTo>
                <a:lnTo>
                  <a:pt x="4342627" y="1807743"/>
                </a:lnTo>
                <a:lnTo>
                  <a:pt x="4360802" y="1664049"/>
                </a:lnTo>
                <a:lnTo>
                  <a:pt x="4373335" y="1517963"/>
                </a:lnTo>
                <a:lnTo>
                  <a:pt x="4380152" y="1370372"/>
                </a:lnTo>
                <a:lnTo>
                  <a:pt x="4381211" y="1222166"/>
                </a:lnTo>
                <a:lnTo>
                  <a:pt x="4376505" y="1074245"/>
                </a:lnTo>
                <a:lnTo>
                  <a:pt x="4366063" y="927504"/>
                </a:lnTo>
                <a:lnTo>
                  <a:pt x="4349949" y="782830"/>
                </a:lnTo>
                <a:lnTo>
                  <a:pt x="4328259" y="641099"/>
                </a:lnTo>
                <a:lnTo>
                  <a:pt x="4328259" y="641099"/>
                </a:lnTo>
                <a:lnTo>
                  <a:pt x="4310046" y="543876"/>
                </a:lnTo>
                <a:lnTo>
                  <a:pt x="4290542" y="453417"/>
                </a:lnTo>
                <a:lnTo>
                  <a:pt x="4269842" y="370169"/>
                </a:lnTo>
                <a:lnTo>
                  <a:pt x="4248050" y="294542"/>
                </a:lnTo>
                <a:lnTo>
                  <a:pt x="4225271" y="226910"/>
                </a:lnTo>
                <a:lnTo>
                  <a:pt x="4201619" y="167606"/>
                </a:lnTo>
                <a:lnTo>
                  <a:pt x="4177211" y="116921"/>
                </a:lnTo>
                <a:lnTo>
                  <a:pt x="4152166" y="75107"/>
                </a:lnTo>
                <a:lnTo>
                  <a:pt x="4126608" y="42370"/>
                </a:lnTo>
                <a:lnTo>
                  <a:pt x="4100663" y="18869"/>
                </a:lnTo>
                <a:lnTo>
                  <a:pt x="4074458" y="4723"/>
                </a:lnTo>
                <a:lnTo>
                  <a:pt x="4048125" y="0"/>
                </a:lnTo>
                <a:lnTo>
                  <a:pt x="4021791" y="4723"/>
                </a:lnTo>
                <a:lnTo>
                  <a:pt x="3995586" y="18869"/>
                </a:lnTo>
                <a:lnTo>
                  <a:pt x="3969641" y="42370"/>
                </a:lnTo>
                <a:lnTo>
                  <a:pt x="3944083" y="75107"/>
                </a:lnTo>
                <a:lnTo>
                  <a:pt x="3919038" y="116921"/>
                </a:lnTo>
                <a:lnTo>
                  <a:pt x="3894630" y="167606"/>
                </a:lnTo>
                <a:lnTo>
                  <a:pt x="3870978" y="226910"/>
                </a:lnTo>
                <a:lnTo>
                  <a:pt x="3848199" y="294542"/>
                </a:lnTo>
                <a:lnTo>
                  <a:pt x="3826407" y="370169"/>
                </a:lnTo>
                <a:lnTo>
                  <a:pt x="3805707" y="453417"/>
                </a:lnTo>
                <a:lnTo>
                  <a:pt x="3786203" y="543876"/>
                </a:lnTo>
                <a:lnTo>
                  <a:pt x="3767990" y="641099"/>
                </a:lnTo>
                <a:lnTo>
                  <a:pt x="3767990" y="641099"/>
                </a:lnTo>
                <a:lnTo>
                  <a:pt x="3746300" y="782830"/>
                </a:lnTo>
                <a:lnTo>
                  <a:pt x="3730186" y="927504"/>
                </a:lnTo>
                <a:lnTo>
                  <a:pt x="3719744" y="1074245"/>
                </a:lnTo>
                <a:lnTo>
                  <a:pt x="3715038" y="1222166"/>
                </a:lnTo>
                <a:lnTo>
                  <a:pt x="3716097" y="1370372"/>
                </a:lnTo>
                <a:lnTo>
                  <a:pt x="3722914" y="1517963"/>
                </a:lnTo>
                <a:lnTo>
                  <a:pt x="3735447" y="1664049"/>
                </a:lnTo>
                <a:lnTo>
                  <a:pt x="3753622" y="1807743"/>
                </a:lnTo>
                <a:lnTo>
                  <a:pt x="3777327" y="1948176"/>
                </a:lnTo>
                <a:lnTo>
                  <a:pt x="3806419" y="2084498"/>
                </a:lnTo>
                <a:lnTo>
                  <a:pt x="3840723" y="2215884"/>
                </a:lnTo>
                <a:lnTo>
                  <a:pt x="3880031" y="2341538"/>
                </a:lnTo>
                <a:lnTo>
                  <a:pt x="3924104" y="2460699"/>
                </a:lnTo>
                <a:lnTo>
                  <a:pt x="3972676" y="2572647"/>
                </a:lnTo>
                <a:lnTo>
                  <a:pt x="4025453" y="2676704"/>
                </a:lnTo>
                <a:lnTo>
                  <a:pt x="4082115" y="2772238"/>
                </a:lnTo>
                <a:lnTo>
                  <a:pt x="4142319" y="2858673"/>
                </a:lnTo>
                <a:lnTo>
                  <a:pt x="4205701" y="2935485"/>
                </a:lnTo>
                <a:lnTo>
                  <a:pt x="4271877" y="3002209"/>
                </a:lnTo>
                <a:lnTo>
                  <a:pt x="4340447" y="3058442"/>
                </a:lnTo>
                <a:lnTo>
                  <a:pt x="4410995" y="3103841"/>
                </a:lnTo>
                <a:lnTo>
                  <a:pt x="4483094" y="3138134"/>
                </a:lnTo>
                <a:lnTo>
                  <a:pt x="4556309" y="3161111"/>
                </a:lnTo>
                <a:lnTo>
                  <a:pt x="4630194" y="3172635"/>
                </a:lnTo>
                <a:lnTo>
                  <a:pt x="4704305" y="3172635"/>
                </a:lnTo>
                <a:lnTo>
                  <a:pt x="4778190" y="3161111"/>
                </a:lnTo>
                <a:lnTo>
                  <a:pt x="4851405" y="3138134"/>
                </a:lnTo>
                <a:lnTo>
                  <a:pt x="4923504" y="3103841"/>
                </a:lnTo>
                <a:lnTo>
                  <a:pt x="4994052" y="3058442"/>
                </a:lnTo>
                <a:lnTo>
                  <a:pt x="5062622" y="3002209"/>
                </a:lnTo>
                <a:lnTo>
                  <a:pt x="5128798" y="2935485"/>
                </a:lnTo>
                <a:lnTo>
                  <a:pt x="5192180" y="2858673"/>
                </a:lnTo>
                <a:lnTo>
                  <a:pt x="5252384" y="2772238"/>
                </a:lnTo>
                <a:lnTo>
                  <a:pt x="5309046" y="2676704"/>
                </a:lnTo>
                <a:lnTo>
                  <a:pt x="5361823" y="2572647"/>
                </a:lnTo>
                <a:lnTo>
                  <a:pt x="5410395" y="2460699"/>
                </a:lnTo>
                <a:lnTo>
                  <a:pt x="5454468" y="2341538"/>
                </a:lnTo>
                <a:lnTo>
                  <a:pt x="5493776" y="2215884"/>
                </a:lnTo>
                <a:lnTo>
                  <a:pt x="5528080" y="2084498"/>
                </a:lnTo>
                <a:lnTo>
                  <a:pt x="5557172" y="1948176"/>
                </a:lnTo>
                <a:lnTo>
                  <a:pt x="5580877" y="1807743"/>
                </a:lnTo>
                <a:lnTo>
                  <a:pt x="5599052" y="1664049"/>
                </a:lnTo>
                <a:lnTo>
                  <a:pt x="5611585" y="1517963"/>
                </a:lnTo>
                <a:lnTo>
                  <a:pt x="5618402" y="1370372"/>
                </a:lnTo>
                <a:lnTo>
                  <a:pt x="5619461" y="1222166"/>
                </a:lnTo>
                <a:lnTo>
                  <a:pt x="5614755" y="1074245"/>
                </a:lnTo>
                <a:lnTo>
                  <a:pt x="5604313" y="927504"/>
                </a:lnTo>
                <a:lnTo>
                  <a:pt x="5588199" y="782830"/>
                </a:lnTo>
                <a:lnTo>
                  <a:pt x="5566509" y="641099"/>
                </a:lnTo>
                <a:lnTo>
                  <a:pt x="5566509" y="641099"/>
                </a:lnTo>
                <a:lnTo>
                  <a:pt x="5548296" y="543876"/>
                </a:lnTo>
                <a:lnTo>
                  <a:pt x="5528792" y="453417"/>
                </a:lnTo>
                <a:lnTo>
                  <a:pt x="5508092" y="370169"/>
                </a:lnTo>
                <a:lnTo>
                  <a:pt x="5486300" y="294542"/>
                </a:lnTo>
                <a:lnTo>
                  <a:pt x="5463521" y="226910"/>
                </a:lnTo>
                <a:lnTo>
                  <a:pt x="5439869" y="167606"/>
                </a:lnTo>
                <a:lnTo>
                  <a:pt x="5415461" y="116921"/>
                </a:lnTo>
                <a:lnTo>
                  <a:pt x="5390416" y="75107"/>
                </a:lnTo>
                <a:lnTo>
                  <a:pt x="5364858" y="42370"/>
                </a:lnTo>
                <a:lnTo>
                  <a:pt x="5338913" y="18869"/>
                </a:lnTo>
                <a:lnTo>
                  <a:pt x="5312708" y="4723"/>
                </a:lnTo>
                <a:lnTo>
                  <a:pt x="5286375" y="0"/>
                </a:lnTo>
                <a:lnTo>
                  <a:pt x="5260041" y="4723"/>
                </a:lnTo>
                <a:lnTo>
                  <a:pt x="5233836" y="18869"/>
                </a:lnTo>
                <a:lnTo>
                  <a:pt x="5207891" y="42370"/>
                </a:lnTo>
                <a:lnTo>
                  <a:pt x="5182333" y="75107"/>
                </a:lnTo>
                <a:lnTo>
                  <a:pt x="5157288" y="116921"/>
                </a:lnTo>
                <a:lnTo>
                  <a:pt x="5132880" y="167606"/>
                </a:lnTo>
                <a:lnTo>
                  <a:pt x="5109228" y="226910"/>
                </a:lnTo>
                <a:lnTo>
                  <a:pt x="5086449" y="294542"/>
                </a:lnTo>
                <a:lnTo>
                  <a:pt x="5064657" y="370169"/>
                </a:lnTo>
                <a:lnTo>
                  <a:pt x="5043957" y="453417"/>
                </a:lnTo>
                <a:lnTo>
                  <a:pt x="5024453" y="543876"/>
                </a:lnTo>
                <a:lnTo>
                  <a:pt x="5006240" y="641099"/>
                </a:lnTo>
                <a:lnTo>
                  <a:pt x="5006240" y="641099"/>
                </a:lnTo>
                <a:lnTo>
                  <a:pt x="4986239" y="770214"/>
                </a:lnTo>
                <a:lnTo>
                  <a:pt x="4970866" y="901840"/>
                </a:lnTo>
                <a:lnTo>
                  <a:pt x="4960198" y="1035314"/>
                </a:lnTo>
                <a:lnTo>
                  <a:pt x="4954289" y="1169966"/>
                </a:lnTo>
                <a:lnTo>
                  <a:pt x="4953170" y="1305117"/>
                </a:lnTo>
                <a:lnTo>
                  <a:pt x="4956845" y="1440086"/>
                </a:lnTo>
                <a:lnTo>
                  <a:pt x="4965296" y="1574194"/>
                </a:lnTo>
                <a:lnTo>
                  <a:pt x="4978481" y="1706766"/>
                </a:lnTo>
                <a:lnTo>
                  <a:pt x="4996333" y="1837135"/>
                </a:lnTo>
                <a:lnTo>
                  <a:pt x="5018762" y="1964643"/>
                </a:lnTo>
                <a:lnTo>
                  <a:pt x="5045656" y="2088650"/>
                </a:lnTo>
                <a:lnTo>
                  <a:pt x="5076878" y="2208530"/>
                </a:lnTo>
                <a:lnTo>
                  <a:pt x="5112273" y="2323681"/>
                </a:lnTo>
                <a:lnTo>
                  <a:pt x="5151661" y="2433522"/>
                </a:lnTo>
                <a:lnTo>
                  <a:pt x="5194844" y="2537501"/>
                </a:lnTo>
                <a:lnTo>
                  <a:pt x="5241605" y="2635093"/>
                </a:lnTo>
                <a:lnTo>
                  <a:pt x="5291708" y="2725808"/>
                </a:lnTo>
                <a:lnTo>
                  <a:pt x="5344902" y="2809190"/>
                </a:lnTo>
                <a:lnTo>
                  <a:pt x="5400918" y="2884817"/>
                </a:lnTo>
                <a:lnTo>
                  <a:pt x="5459475" y="2952310"/>
                </a:lnTo>
                <a:lnTo>
                  <a:pt x="5520277" y="3011328"/>
                </a:lnTo>
                <a:lnTo>
                  <a:pt x="5583018" y="3061575"/>
                </a:lnTo>
                <a:lnTo>
                  <a:pt x="5647383" y="3102797"/>
                </a:lnTo>
                <a:lnTo>
                  <a:pt x="5713048" y="3134787"/>
                </a:lnTo>
                <a:lnTo>
                  <a:pt x="5779681" y="3157384"/>
                </a:lnTo>
                <a:lnTo>
                  <a:pt x="5846948" y="3170474"/>
                </a:lnTo>
                <a:lnTo>
                  <a:pt x="5914510" y="3173992"/>
                </a:lnTo>
                <a:lnTo>
                  <a:pt x="5982026" y="3167919"/>
                </a:lnTo>
                <a:lnTo>
                  <a:pt x="6049157" y="3152286"/>
                </a:lnTo>
                <a:lnTo>
                  <a:pt x="6115565" y="3127171"/>
                </a:lnTo>
                <a:lnTo>
                  <a:pt x="6180915" y="3092702"/>
                </a:lnTo>
                <a:lnTo>
                  <a:pt x="6244879" y="3049052"/>
                </a:lnTo>
                <a:lnTo>
                  <a:pt x="6307134" y="2996440"/>
                </a:lnTo>
                <a:lnTo>
                  <a:pt x="6367367" y="2935132"/>
                </a:lnTo>
                <a:lnTo>
                  <a:pt x="6425274" y="2865436"/>
                </a:lnTo>
                <a:lnTo>
                  <a:pt x="6480565" y="2787703"/>
                </a:lnTo>
                <a:lnTo>
                  <a:pt x="6532960" y="2702324"/>
                </a:lnTo>
                <a:lnTo>
                  <a:pt x="6582197" y="2609729"/>
                </a:lnTo>
                <a:lnTo>
                  <a:pt x="6628026" y="2510385"/>
                </a:lnTo>
                <a:lnTo>
                  <a:pt x="6670218" y="2404791"/>
                </a:lnTo>
                <a:lnTo>
                  <a:pt x="6708560" y="2293479"/>
                </a:lnTo>
                <a:lnTo>
                  <a:pt x="6742859" y="2177010"/>
                </a:lnTo>
                <a:lnTo>
                  <a:pt x="6772942" y="2055969"/>
                </a:lnTo>
                <a:lnTo>
                  <a:pt x="6798658" y="1930967"/>
                </a:lnTo>
                <a:lnTo>
                  <a:pt x="6819877" y="1802633"/>
                </a:lnTo>
                <a:lnTo>
                  <a:pt x="6836492" y="1671612"/>
                </a:lnTo>
                <a:lnTo>
                  <a:pt x="6848421" y="1538565"/>
                </a:lnTo>
                <a:lnTo>
                  <a:pt x="6855602" y="1404161"/>
                </a:lnTo>
                <a:lnTo>
                  <a:pt x="6858000" y="1269077"/>
                </a:lnTo>
              </a:path>
            </a:pathLst>
          </a:custGeom>
          <a:noFill/>
          <a:ln w="9144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