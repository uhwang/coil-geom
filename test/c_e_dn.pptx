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58000" cy="6040049"/>
          </a:xfrm>
          <a:custGeom>
            <a:avLst/>
            <a:gdLst/>
            <a:ahLst/>
            <a:cxnLst/>
            <a:rect l="l" t="t" r="r" b="b"/>
            <a:pathLst>
              <a:path w="6858000" h="6040049">
                <a:moveTo>
                  <a:pt x="0" y="1883872"/>
                </a:moveTo>
                <a:lnTo>
                  <a:pt x="5231" y="2178601"/>
                </a:lnTo>
                <a:lnTo>
                  <a:pt x="20899" y="2471846"/>
                </a:lnTo>
                <a:lnTo>
                  <a:pt x="46924" y="2762131"/>
                </a:lnTo>
                <a:lnTo>
                  <a:pt x="83176" y="3047994"/>
                </a:lnTo>
                <a:lnTo>
                  <a:pt x="129473" y="3327996"/>
                </a:lnTo>
                <a:lnTo>
                  <a:pt x="185580" y="3600728"/>
                </a:lnTo>
                <a:lnTo>
                  <a:pt x="251215" y="3864816"/>
                </a:lnTo>
                <a:lnTo>
                  <a:pt x="326049" y="4118930"/>
                </a:lnTo>
                <a:lnTo>
                  <a:pt x="409704" y="4361792"/>
                </a:lnTo>
                <a:lnTo>
                  <a:pt x="501759" y="4592179"/>
                </a:lnTo>
                <a:lnTo>
                  <a:pt x="601751" y="4808931"/>
                </a:lnTo>
                <a:lnTo>
                  <a:pt x="709176" y="5010956"/>
                </a:lnTo>
                <a:lnTo>
                  <a:pt x="823493" y="5197237"/>
                </a:lnTo>
                <a:lnTo>
                  <a:pt x="944127" y="5366837"/>
                </a:lnTo>
                <a:lnTo>
                  <a:pt x="1070471" y="5518901"/>
                </a:lnTo>
                <a:lnTo>
                  <a:pt x="1201888" y="5652665"/>
                </a:lnTo>
                <a:lnTo>
                  <a:pt x="1337717" y="5767454"/>
                </a:lnTo>
                <a:lnTo>
                  <a:pt x="1477274" y="5862691"/>
                </a:lnTo>
                <a:lnTo>
                  <a:pt x="1619857" y="5937896"/>
                </a:lnTo>
                <a:lnTo>
                  <a:pt x="1764746" y="5992691"/>
                </a:lnTo>
                <a:lnTo>
                  <a:pt x="1911214" y="6026799"/>
                </a:lnTo>
                <a:lnTo>
                  <a:pt x="2058522" y="6040049"/>
                </a:lnTo>
                <a:lnTo>
                  <a:pt x="2205930" y="6032375"/>
                </a:lnTo>
                <a:lnTo>
                  <a:pt x="2352694" y="6003815"/>
                </a:lnTo>
                <a:lnTo>
                  <a:pt x="2498076" y="5954512"/>
                </a:lnTo>
                <a:lnTo>
                  <a:pt x="2641344" y="5884715"/>
                </a:lnTo>
                <a:lnTo>
                  <a:pt x="2781777" y="5794776"/>
                </a:lnTo>
                <a:lnTo>
                  <a:pt x="2918668" y="5685147"/>
                </a:lnTo>
                <a:lnTo>
                  <a:pt x="3051327" y="5556379"/>
                </a:lnTo>
                <a:lnTo>
                  <a:pt x="3179086" y="5409123"/>
                </a:lnTo>
                <a:lnTo>
                  <a:pt x="3301303" y="5244117"/>
                </a:lnTo>
                <a:lnTo>
                  <a:pt x="3417362" y="5062195"/>
                </a:lnTo>
                <a:lnTo>
                  <a:pt x="3526679" y="4864271"/>
                </a:lnTo>
                <a:lnTo>
                  <a:pt x="3628703" y="4651341"/>
                </a:lnTo>
                <a:lnTo>
                  <a:pt x="3722921" y="4424479"/>
                </a:lnTo>
                <a:lnTo>
                  <a:pt x="3808858" y="4184826"/>
                </a:lnTo>
                <a:lnTo>
                  <a:pt x="3886082" y="3933588"/>
                </a:lnTo>
                <a:lnTo>
                  <a:pt x="3954204" y="3672031"/>
                </a:lnTo>
                <a:lnTo>
                  <a:pt x="4012881" y="3401471"/>
                </a:lnTo>
                <a:lnTo>
                  <a:pt x="4061818" y="3123270"/>
                </a:lnTo>
                <a:lnTo>
                  <a:pt x="4100767" y="2838830"/>
                </a:lnTo>
                <a:lnTo>
                  <a:pt x="4129534" y="2549582"/>
                </a:lnTo>
                <a:lnTo>
                  <a:pt x="4147973" y="2256982"/>
                </a:lnTo>
                <a:lnTo>
                  <a:pt x="4155991" y="1962504"/>
                </a:lnTo>
                <a:lnTo>
                  <a:pt x="4153549" y="1667630"/>
                </a:lnTo>
                <a:lnTo>
                  <a:pt x="4140657" y="1373844"/>
                </a:lnTo>
                <a:lnTo>
                  <a:pt x="4117382" y="1082626"/>
                </a:lnTo>
                <a:lnTo>
                  <a:pt x="4083841" y="795443"/>
                </a:lnTo>
                <a:lnTo>
                  <a:pt x="4040202" y="513739"/>
                </a:lnTo>
                <a:lnTo>
                  <a:pt x="4040202" y="513739"/>
                </a:lnTo>
                <a:lnTo>
                  <a:pt x="4023656" y="443421"/>
                </a:lnTo>
                <a:lnTo>
                  <a:pt x="3999049" y="375502"/>
                </a:lnTo>
                <a:lnTo>
                  <a:pt x="3966715" y="310904"/>
                </a:lnTo>
                <a:lnTo>
                  <a:pt x="3927091" y="250502"/>
                </a:lnTo>
                <a:lnTo>
                  <a:pt x="3880716" y="195115"/>
                </a:lnTo>
                <a:lnTo>
                  <a:pt x="3828216" y="145493"/>
                </a:lnTo>
                <a:lnTo>
                  <a:pt x="3770305" y="102311"/>
                </a:lnTo>
                <a:lnTo>
                  <a:pt x="3707768" y="66152"/>
                </a:lnTo>
                <a:lnTo>
                  <a:pt x="3641451" y="37507"/>
                </a:lnTo>
                <a:lnTo>
                  <a:pt x="3572254" y="16764"/>
                </a:lnTo>
                <a:lnTo>
                  <a:pt x="3501116" y="4205"/>
                </a:lnTo>
                <a:lnTo>
                  <a:pt x="3429000" y="0"/>
                </a:lnTo>
                <a:lnTo>
                  <a:pt x="3356883" y="4205"/>
                </a:lnTo>
                <a:lnTo>
                  <a:pt x="3285745" y="16764"/>
                </a:lnTo>
                <a:lnTo>
                  <a:pt x="3216548" y="37507"/>
                </a:lnTo>
                <a:lnTo>
                  <a:pt x="3150231" y="66152"/>
                </a:lnTo>
                <a:lnTo>
                  <a:pt x="3087694" y="102311"/>
                </a:lnTo>
                <a:lnTo>
                  <a:pt x="3029783" y="145493"/>
                </a:lnTo>
                <a:lnTo>
                  <a:pt x="2977283" y="195115"/>
                </a:lnTo>
                <a:lnTo>
                  <a:pt x="2930908" y="250502"/>
                </a:lnTo>
                <a:lnTo>
                  <a:pt x="2891284" y="310904"/>
                </a:lnTo>
                <a:lnTo>
                  <a:pt x="2858950" y="375502"/>
                </a:lnTo>
                <a:lnTo>
                  <a:pt x="2834343" y="443421"/>
                </a:lnTo>
                <a:lnTo>
                  <a:pt x="2817797" y="513739"/>
                </a:lnTo>
                <a:lnTo>
                  <a:pt x="2817797" y="513739"/>
                </a:lnTo>
                <a:lnTo>
                  <a:pt x="2774158" y="795443"/>
                </a:lnTo>
                <a:lnTo>
                  <a:pt x="2740617" y="1082626"/>
                </a:lnTo>
                <a:lnTo>
                  <a:pt x="2717342" y="1373844"/>
                </a:lnTo>
                <a:lnTo>
                  <a:pt x="2704450" y="1667630"/>
                </a:lnTo>
                <a:lnTo>
                  <a:pt x="2702008" y="1962504"/>
                </a:lnTo>
                <a:lnTo>
                  <a:pt x="2710026" y="2256982"/>
                </a:lnTo>
                <a:lnTo>
                  <a:pt x="2728465" y="2549582"/>
                </a:lnTo>
                <a:lnTo>
                  <a:pt x="2757232" y="2838830"/>
                </a:lnTo>
                <a:lnTo>
                  <a:pt x="2796181" y="3123270"/>
                </a:lnTo>
                <a:lnTo>
                  <a:pt x="2845118" y="3401471"/>
                </a:lnTo>
                <a:lnTo>
                  <a:pt x="2903795" y="3672031"/>
                </a:lnTo>
                <a:lnTo>
                  <a:pt x="2971917" y="3933588"/>
                </a:lnTo>
                <a:lnTo>
                  <a:pt x="3049141" y="4184826"/>
                </a:lnTo>
                <a:lnTo>
                  <a:pt x="3135078" y="4424479"/>
                </a:lnTo>
                <a:lnTo>
                  <a:pt x="3229296" y="4651341"/>
                </a:lnTo>
                <a:lnTo>
                  <a:pt x="3331320" y="4864271"/>
                </a:lnTo>
                <a:lnTo>
                  <a:pt x="3440637" y="5062195"/>
                </a:lnTo>
                <a:lnTo>
                  <a:pt x="3556696" y="5244117"/>
                </a:lnTo>
                <a:lnTo>
                  <a:pt x="3678913" y="5409123"/>
                </a:lnTo>
                <a:lnTo>
                  <a:pt x="3806672" y="5556379"/>
                </a:lnTo>
                <a:lnTo>
                  <a:pt x="3939331" y="5685147"/>
                </a:lnTo>
                <a:lnTo>
                  <a:pt x="4076222" y="5794776"/>
                </a:lnTo>
                <a:lnTo>
                  <a:pt x="4216655" y="5884715"/>
                </a:lnTo>
                <a:lnTo>
                  <a:pt x="4359923" y="5954512"/>
                </a:lnTo>
                <a:lnTo>
                  <a:pt x="4505305" y="6003815"/>
                </a:lnTo>
                <a:lnTo>
                  <a:pt x="4652069" y="6032375"/>
                </a:lnTo>
                <a:lnTo>
                  <a:pt x="4799477" y="6040049"/>
                </a:lnTo>
                <a:lnTo>
                  <a:pt x="4946785" y="6026799"/>
                </a:lnTo>
                <a:lnTo>
                  <a:pt x="5093253" y="5992691"/>
                </a:lnTo>
                <a:lnTo>
                  <a:pt x="5238142" y="5937896"/>
                </a:lnTo>
                <a:lnTo>
                  <a:pt x="5380725" y="5862691"/>
                </a:lnTo>
                <a:lnTo>
                  <a:pt x="5520282" y="5767454"/>
                </a:lnTo>
                <a:lnTo>
                  <a:pt x="5656111" y="5652665"/>
                </a:lnTo>
                <a:lnTo>
                  <a:pt x="5787528" y="5518901"/>
                </a:lnTo>
                <a:lnTo>
                  <a:pt x="5913872" y="5366837"/>
                </a:lnTo>
                <a:lnTo>
                  <a:pt x="6034506" y="5197237"/>
                </a:lnTo>
                <a:lnTo>
                  <a:pt x="6148823" y="5010956"/>
                </a:lnTo>
                <a:lnTo>
                  <a:pt x="6256248" y="4808931"/>
                </a:lnTo>
                <a:lnTo>
                  <a:pt x="6356240" y="4592179"/>
                </a:lnTo>
                <a:lnTo>
                  <a:pt x="6448295" y="4361792"/>
                </a:lnTo>
                <a:lnTo>
                  <a:pt x="6531950" y="4118930"/>
                </a:lnTo>
                <a:lnTo>
                  <a:pt x="6606784" y="3864816"/>
                </a:lnTo>
                <a:lnTo>
                  <a:pt x="6672419" y="3600728"/>
                </a:lnTo>
                <a:lnTo>
                  <a:pt x="6728526" y="3327996"/>
                </a:lnTo>
                <a:lnTo>
                  <a:pt x="6774823" y="3047994"/>
                </a:lnTo>
                <a:lnTo>
                  <a:pt x="6811075" y="2762131"/>
                </a:lnTo>
                <a:lnTo>
                  <a:pt x="6837100" y="2471846"/>
                </a:lnTo>
                <a:lnTo>
                  <a:pt x="6852768" y="2178601"/>
                </a:lnTo>
                <a:lnTo>
                  <a:pt x="6858000" y="1883872"/>
                </a:lnTo>
              </a:path>
            </a:pathLst>
          </a:custGeom>
          <a:noFill/>
          <a:ln w="4572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