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6849352" cy="6858000"/>
          </a:xfrm>
          <a:custGeom>
            <a:avLst/>
            <a:gdLst/>
            <a:ahLst/>
            <a:cxnLst/>
            <a:rect l="l" t="t" r="r" b="b"/>
            <a:pathLst>
              <a:path w="6849352" h="6858000">
                <a:moveTo>
                  <a:pt x="0" y="4150936"/>
                </a:moveTo>
                <a:lnTo>
                  <a:pt x="5224" y="3856579"/>
                </a:lnTo>
                <a:lnTo>
                  <a:pt x="20872" y="3563704"/>
                </a:lnTo>
                <a:lnTo>
                  <a:pt x="46865" y="3273785"/>
                </a:lnTo>
                <a:lnTo>
                  <a:pt x="83072" y="2988282"/>
                </a:lnTo>
                <a:lnTo>
                  <a:pt x="129309" y="2708633"/>
                </a:lnTo>
                <a:lnTo>
                  <a:pt x="185346" y="2436245"/>
                </a:lnTo>
                <a:lnTo>
                  <a:pt x="250898" y="2172490"/>
                </a:lnTo>
                <a:lnTo>
                  <a:pt x="325638" y="1918696"/>
                </a:lnTo>
                <a:lnTo>
                  <a:pt x="409187" y="1676140"/>
                </a:lnTo>
                <a:lnTo>
                  <a:pt x="501126" y="1446044"/>
                </a:lnTo>
                <a:lnTo>
                  <a:pt x="600992" y="1229566"/>
                </a:lnTo>
                <a:lnTo>
                  <a:pt x="708282" y="1027796"/>
                </a:lnTo>
                <a:lnTo>
                  <a:pt x="822455" y="841749"/>
                </a:lnTo>
                <a:lnTo>
                  <a:pt x="942937" y="672363"/>
                </a:lnTo>
                <a:lnTo>
                  <a:pt x="1069121" y="520490"/>
                </a:lnTo>
                <a:lnTo>
                  <a:pt x="1200373" y="386896"/>
                </a:lnTo>
                <a:lnTo>
                  <a:pt x="1336031" y="272251"/>
                </a:lnTo>
                <a:lnTo>
                  <a:pt x="1475411" y="177134"/>
                </a:lnTo>
                <a:lnTo>
                  <a:pt x="1617814" y="102024"/>
                </a:lnTo>
                <a:lnTo>
                  <a:pt x="1762521" y="47299"/>
                </a:lnTo>
                <a:lnTo>
                  <a:pt x="1908804" y="13233"/>
                </a:lnTo>
                <a:lnTo>
                  <a:pt x="2055927" y="0"/>
                </a:lnTo>
                <a:lnTo>
                  <a:pt x="2203148" y="7664"/>
                </a:lnTo>
                <a:lnTo>
                  <a:pt x="2349727" y="36189"/>
                </a:lnTo>
                <a:lnTo>
                  <a:pt x="2494926" y="85429"/>
                </a:lnTo>
                <a:lnTo>
                  <a:pt x="2638014" y="155138"/>
                </a:lnTo>
                <a:lnTo>
                  <a:pt x="2778269" y="244964"/>
                </a:lnTo>
                <a:lnTo>
                  <a:pt x="2914987" y="354455"/>
                </a:lnTo>
                <a:lnTo>
                  <a:pt x="3047479" y="483060"/>
                </a:lnTo>
                <a:lnTo>
                  <a:pt x="3175077" y="630131"/>
                </a:lnTo>
                <a:lnTo>
                  <a:pt x="3297140" y="794928"/>
                </a:lnTo>
                <a:lnTo>
                  <a:pt x="3413053" y="976621"/>
                </a:lnTo>
                <a:lnTo>
                  <a:pt x="3522232" y="1174296"/>
                </a:lnTo>
                <a:lnTo>
                  <a:pt x="3624127" y="1386956"/>
                </a:lnTo>
                <a:lnTo>
                  <a:pt x="3718226" y="1613533"/>
                </a:lnTo>
                <a:lnTo>
                  <a:pt x="3804055" y="1852884"/>
                </a:lnTo>
                <a:lnTo>
                  <a:pt x="3881182" y="2103805"/>
                </a:lnTo>
                <a:lnTo>
                  <a:pt x="3949218" y="2365032"/>
                </a:lnTo>
                <a:lnTo>
                  <a:pt x="4007821" y="2635251"/>
                </a:lnTo>
                <a:lnTo>
                  <a:pt x="4056696" y="2913101"/>
                </a:lnTo>
                <a:lnTo>
                  <a:pt x="4095596" y="3197182"/>
                </a:lnTo>
                <a:lnTo>
                  <a:pt x="4124327" y="3486066"/>
                </a:lnTo>
                <a:lnTo>
                  <a:pt x="4142742" y="3778297"/>
                </a:lnTo>
                <a:lnTo>
                  <a:pt x="4150751" y="4072404"/>
                </a:lnTo>
                <a:lnTo>
                  <a:pt x="4148311" y="4366906"/>
                </a:lnTo>
                <a:lnTo>
                  <a:pt x="4135436" y="4660321"/>
                </a:lnTo>
                <a:lnTo>
                  <a:pt x="4112190" y="4951171"/>
                </a:lnTo>
                <a:lnTo>
                  <a:pt x="4078691" y="5237993"/>
                </a:lnTo>
                <a:lnTo>
                  <a:pt x="4035107" y="5519341"/>
                </a:lnTo>
                <a:lnTo>
                  <a:pt x="4035107" y="5519341"/>
                </a:lnTo>
                <a:lnTo>
                  <a:pt x="3997143" y="5720762"/>
                </a:lnTo>
                <a:lnTo>
                  <a:pt x="3955949" y="5908704"/>
                </a:lnTo>
                <a:lnTo>
                  <a:pt x="3911758" y="6082107"/>
                </a:lnTo>
                <a:lnTo>
                  <a:pt x="3864818" y="6239993"/>
                </a:lnTo>
                <a:lnTo>
                  <a:pt x="3815394" y="6381469"/>
                </a:lnTo>
                <a:lnTo>
                  <a:pt x="3763767" y="6505740"/>
                </a:lnTo>
                <a:lnTo>
                  <a:pt x="3710225" y="6612102"/>
                </a:lnTo>
                <a:lnTo>
                  <a:pt x="3655073" y="6699956"/>
                </a:lnTo>
                <a:lnTo>
                  <a:pt x="3598621" y="6768806"/>
                </a:lnTo>
                <a:lnTo>
                  <a:pt x="3541187" y="6818265"/>
                </a:lnTo>
                <a:lnTo>
                  <a:pt x="3483096" y="6848052"/>
                </a:lnTo>
                <a:lnTo>
                  <a:pt x="3424676" y="6858000"/>
                </a:lnTo>
                <a:lnTo>
                  <a:pt x="3366255" y="6848052"/>
                </a:lnTo>
                <a:lnTo>
                  <a:pt x="3308164" y="6818265"/>
                </a:lnTo>
                <a:lnTo>
                  <a:pt x="3250730" y="6768806"/>
                </a:lnTo>
                <a:lnTo>
                  <a:pt x="3194278" y="6699956"/>
                </a:lnTo>
                <a:lnTo>
                  <a:pt x="3139126" y="6612102"/>
                </a:lnTo>
                <a:lnTo>
                  <a:pt x="3085585" y="6505740"/>
                </a:lnTo>
                <a:lnTo>
                  <a:pt x="3033957" y="6381469"/>
                </a:lnTo>
                <a:lnTo>
                  <a:pt x="2984534" y="6239993"/>
                </a:lnTo>
                <a:lnTo>
                  <a:pt x="2937594" y="6082107"/>
                </a:lnTo>
                <a:lnTo>
                  <a:pt x="2893402" y="5908704"/>
                </a:lnTo>
                <a:lnTo>
                  <a:pt x="2852208" y="5720762"/>
                </a:lnTo>
                <a:lnTo>
                  <a:pt x="2814244" y="5519341"/>
                </a:lnTo>
                <a:lnTo>
                  <a:pt x="2814244" y="5519341"/>
                </a:lnTo>
                <a:lnTo>
                  <a:pt x="2770660" y="5237993"/>
                </a:lnTo>
                <a:lnTo>
                  <a:pt x="2737161" y="4951171"/>
                </a:lnTo>
                <a:lnTo>
                  <a:pt x="2713915" y="4660321"/>
                </a:lnTo>
                <a:lnTo>
                  <a:pt x="2701040" y="4366906"/>
                </a:lnTo>
                <a:lnTo>
                  <a:pt x="2698601" y="4072404"/>
                </a:lnTo>
                <a:lnTo>
                  <a:pt x="2706609" y="3778297"/>
                </a:lnTo>
                <a:lnTo>
                  <a:pt x="2725025" y="3486066"/>
                </a:lnTo>
                <a:lnTo>
                  <a:pt x="2753755" y="3197182"/>
                </a:lnTo>
                <a:lnTo>
                  <a:pt x="2792656" y="2913101"/>
                </a:lnTo>
                <a:lnTo>
                  <a:pt x="2841530" y="2635251"/>
                </a:lnTo>
                <a:lnTo>
                  <a:pt x="2900133" y="2365032"/>
                </a:lnTo>
                <a:lnTo>
                  <a:pt x="2968169" y="2103805"/>
                </a:lnTo>
                <a:lnTo>
                  <a:pt x="3045296" y="1852884"/>
                </a:lnTo>
                <a:lnTo>
                  <a:pt x="3131125" y="1613533"/>
                </a:lnTo>
                <a:lnTo>
                  <a:pt x="3225224" y="1386956"/>
                </a:lnTo>
                <a:lnTo>
                  <a:pt x="3327119" y="1174296"/>
                </a:lnTo>
                <a:lnTo>
                  <a:pt x="3436298" y="976621"/>
                </a:lnTo>
                <a:lnTo>
                  <a:pt x="3552211" y="794928"/>
                </a:lnTo>
                <a:lnTo>
                  <a:pt x="3674274" y="630131"/>
                </a:lnTo>
                <a:lnTo>
                  <a:pt x="3801872" y="483060"/>
                </a:lnTo>
                <a:lnTo>
                  <a:pt x="3934364" y="354455"/>
                </a:lnTo>
                <a:lnTo>
                  <a:pt x="4071082" y="244964"/>
                </a:lnTo>
                <a:lnTo>
                  <a:pt x="4211338" y="155138"/>
                </a:lnTo>
                <a:lnTo>
                  <a:pt x="4354425" y="85429"/>
                </a:lnTo>
                <a:lnTo>
                  <a:pt x="4499624" y="36189"/>
                </a:lnTo>
                <a:lnTo>
                  <a:pt x="4646203" y="7664"/>
                </a:lnTo>
                <a:lnTo>
                  <a:pt x="4793424" y="0"/>
                </a:lnTo>
                <a:lnTo>
                  <a:pt x="4940547" y="13233"/>
                </a:lnTo>
                <a:lnTo>
                  <a:pt x="5086830" y="47299"/>
                </a:lnTo>
                <a:lnTo>
                  <a:pt x="5231537" y="102024"/>
                </a:lnTo>
                <a:lnTo>
                  <a:pt x="5373940" y="177134"/>
                </a:lnTo>
                <a:lnTo>
                  <a:pt x="5513321" y="272251"/>
                </a:lnTo>
                <a:lnTo>
                  <a:pt x="5648978" y="386896"/>
                </a:lnTo>
                <a:lnTo>
                  <a:pt x="5780230" y="520490"/>
                </a:lnTo>
                <a:lnTo>
                  <a:pt x="5906414" y="672363"/>
                </a:lnTo>
                <a:lnTo>
                  <a:pt x="6026896" y="841749"/>
                </a:lnTo>
                <a:lnTo>
                  <a:pt x="6141070" y="1027796"/>
                </a:lnTo>
                <a:lnTo>
                  <a:pt x="6248359" y="1229566"/>
                </a:lnTo>
                <a:lnTo>
                  <a:pt x="6348225" y="1446044"/>
                </a:lnTo>
                <a:lnTo>
                  <a:pt x="6440164" y="1676140"/>
                </a:lnTo>
                <a:lnTo>
                  <a:pt x="6523713" y="1918696"/>
                </a:lnTo>
                <a:lnTo>
                  <a:pt x="6598453" y="2172490"/>
                </a:lnTo>
                <a:lnTo>
                  <a:pt x="6664006" y="2436245"/>
                </a:lnTo>
                <a:lnTo>
                  <a:pt x="6720042" y="2708633"/>
                </a:lnTo>
                <a:lnTo>
                  <a:pt x="6766280" y="2988282"/>
                </a:lnTo>
                <a:lnTo>
                  <a:pt x="6802486" y="3273785"/>
                </a:lnTo>
                <a:lnTo>
                  <a:pt x="6828479" y="3563704"/>
                </a:lnTo>
                <a:lnTo>
                  <a:pt x="6844127" y="3856579"/>
                </a:lnTo>
                <a:lnTo>
                  <a:pt x="6849352" y="4150936"/>
                </a:lnTo>
              </a:path>
            </a:pathLst>
          </a:custGeom>
          <a:noFill/>
          <a:ln w="4572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