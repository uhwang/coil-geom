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6858000" cy="2768356"/>
          </a:xfrm>
          <a:custGeom>
            <a:avLst/>
            <a:gdLst/>
            <a:ahLst/>
            <a:cxnLst/>
            <a:rect l="l" t="t" r="r" b="b"/>
            <a:pathLst>
              <a:path w="6858000" h="2768356">
                <a:moveTo>
                  <a:pt x="0" y="1904914"/>
                </a:moveTo>
                <a:lnTo>
                  <a:pt x="2397" y="1769830"/>
                </a:lnTo>
                <a:lnTo>
                  <a:pt x="9578" y="1635426"/>
                </a:lnTo>
                <a:lnTo>
                  <a:pt x="21507" y="1502379"/>
                </a:lnTo>
                <a:lnTo>
                  <a:pt x="38122" y="1371358"/>
                </a:lnTo>
                <a:lnTo>
                  <a:pt x="59341" y="1243024"/>
                </a:lnTo>
                <a:lnTo>
                  <a:pt x="85057" y="1118022"/>
                </a:lnTo>
                <a:lnTo>
                  <a:pt x="115140" y="996982"/>
                </a:lnTo>
                <a:lnTo>
                  <a:pt x="149439" y="880512"/>
                </a:lnTo>
                <a:lnTo>
                  <a:pt x="187781" y="769201"/>
                </a:lnTo>
                <a:lnTo>
                  <a:pt x="229973" y="663607"/>
                </a:lnTo>
                <a:lnTo>
                  <a:pt x="275802" y="564262"/>
                </a:lnTo>
                <a:lnTo>
                  <a:pt x="325039" y="471667"/>
                </a:lnTo>
                <a:lnTo>
                  <a:pt x="377434" y="386289"/>
                </a:lnTo>
                <a:lnTo>
                  <a:pt x="432725" y="308555"/>
                </a:lnTo>
                <a:lnTo>
                  <a:pt x="490632" y="238859"/>
                </a:lnTo>
                <a:lnTo>
                  <a:pt x="550865" y="177551"/>
                </a:lnTo>
                <a:lnTo>
                  <a:pt x="613120" y="124939"/>
                </a:lnTo>
                <a:lnTo>
                  <a:pt x="677084" y="81289"/>
                </a:lnTo>
                <a:lnTo>
                  <a:pt x="742434" y="46820"/>
                </a:lnTo>
                <a:lnTo>
                  <a:pt x="808842" y="21706"/>
                </a:lnTo>
                <a:lnTo>
                  <a:pt x="875973" y="6073"/>
                </a:lnTo>
                <a:lnTo>
                  <a:pt x="943489" y="0"/>
                </a:lnTo>
                <a:lnTo>
                  <a:pt x="1011051" y="3517"/>
                </a:lnTo>
                <a:lnTo>
                  <a:pt x="1078318" y="16607"/>
                </a:lnTo>
                <a:lnTo>
                  <a:pt x="1144951" y="39204"/>
                </a:lnTo>
                <a:lnTo>
                  <a:pt x="1210616" y="71194"/>
                </a:lnTo>
                <a:lnTo>
                  <a:pt x="1274981" y="112417"/>
                </a:lnTo>
                <a:lnTo>
                  <a:pt x="1337722" y="162663"/>
                </a:lnTo>
                <a:lnTo>
                  <a:pt x="1398524" y="221682"/>
                </a:lnTo>
                <a:lnTo>
                  <a:pt x="1457081" y="289174"/>
                </a:lnTo>
                <a:lnTo>
                  <a:pt x="1513097" y="364802"/>
                </a:lnTo>
                <a:lnTo>
                  <a:pt x="1566291" y="448183"/>
                </a:lnTo>
                <a:lnTo>
                  <a:pt x="1616394" y="538898"/>
                </a:lnTo>
                <a:lnTo>
                  <a:pt x="1663155" y="636491"/>
                </a:lnTo>
                <a:lnTo>
                  <a:pt x="1706338" y="740469"/>
                </a:lnTo>
                <a:lnTo>
                  <a:pt x="1745726" y="850310"/>
                </a:lnTo>
                <a:lnTo>
                  <a:pt x="1781121" y="965461"/>
                </a:lnTo>
                <a:lnTo>
                  <a:pt x="1812343" y="1085341"/>
                </a:lnTo>
                <a:lnTo>
                  <a:pt x="1839237" y="1209348"/>
                </a:lnTo>
                <a:lnTo>
                  <a:pt x="1861666" y="1336857"/>
                </a:lnTo>
                <a:lnTo>
                  <a:pt x="1879518" y="1467225"/>
                </a:lnTo>
                <a:lnTo>
                  <a:pt x="1892703" y="1599797"/>
                </a:lnTo>
                <a:lnTo>
                  <a:pt x="1901154" y="1733905"/>
                </a:lnTo>
                <a:lnTo>
                  <a:pt x="1904829" y="1868875"/>
                </a:lnTo>
                <a:lnTo>
                  <a:pt x="1903710" y="2004025"/>
                </a:lnTo>
                <a:lnTo>
                  <a:pt x="1897801" y="2138677"/>
                </a:lnTo>
                <a:lnTo>
                  <a:pt x="1887133" y="2272152"/>
                </a:lnTo>
                <a:lnTo>
                  <a:pt x="1871760" y="2403778"/>
                </a:lnTo>
                <a:lnTo>
                  <a:pt x="1851759" y="2532892"/>
                </a:lnTo>
                <a:lnTo>
                  <a:pt x="1851759" y="2532892"/>
                </a:lnTo>
                <a:lnTo>
                  <a:pt x="1844175" y="2565121"/>
                </a:lnTo>
                <a:lnTo>
                  <a:pt x="1832897" y="2596250"/>
                </a:lnTo>
                <a:lnTo>
                  <a:pt x="1818077" y="2625858"/>
                </a:lnTo>
                <a:lnTo>
                  <a:pt x="1799917" y="2653542"/>
                </a:lnTo>
                <a:lnTo>
                  <a:pt x="1778661" y="2678928"/>
                </a:lnTo>
                <a:lnTo>
                  <a:pt x="1754599" y="2701671"/>
                </a:lnTo>
                <a:lnTo>
                  <a:pt x="1728056" y="2721463"/>
                </a:lnTo>
                <a:lnTo>
                  <a:pt x="1699393" y="2738036"/>
                </a:lnTo>
                <a:lnTo>
                  <a:pt x="1668998" y="2751165"/>
                </a:lnTo>
                <a:lnTo>
                  <a:pt x="1637283" y="2760672"/>
                </a:lnTo>
                <a:lnTo>
                  <a:pt x="1604678" y="2766428"/>
                </a:lnTo>
                <a:lnTo>
                  <a:pt x="1571625" y="2768356"/>
                </a:lnTo>
                <a:lnTo>
                  <a:pt x="1538571" y="2766428"/>
                </a:lnTo>
                <a:lnTo>
                  <a:pt x="1505966" y="2760672"/>
                </a:lnTo>
                <a:lnTo>
                  <a:pt x="1474251" y="2751165"/>
                </a:lnTo>
                <a:lnTo>
                  <a:pt x="1443856" y="2738036"/>
                </a:lnTo>
                <a:lnTo>
                  <a:pt x="1415193" y="2721463"/>
                </a:lnTo>
                <a:lnTo>
                  <a:pt x="1388650" y="2701671"/>
                </a:lnTo>
                <a:lnTo>
                  <a:pt x="1364588" y="2678928"/>
                </a:lnTo>
                <a:lnTo>
                  <a:pt x="1343332" y="2653542"/>
                </a:lnTo>
                <a:lnTo>
                  <a:pt x="1325172" y="2625858"/>
                </a:lnTo>
                <a:lnTo>
                  <a:pt x="1310352" y="2596250"/>
                </a:lnTo>
                <a:lnTo>
                  <a:pt x="1299074" y="2565121"/>
                </a:lnTo>
                <a:lnTo>
                  <a:pt x="1291490" y="2532892"/>
                </a:lnTo>
                <a:lnTo>
                  <a:pt x="1291490" y="2532892"/>
                </a:lnTo>
                <a:lnTo>
                  <a:pt x="1269800" y="2391162"/>
                </a:lnTo>
                <a:lnTo>
                  <a:pt x="1253686" y="2246488"/>
                </a:lnTo>
                <a:lnTo>
                  <a:pt x="1243244" y="2099746"/>
                </a:lnTo>
                <a:lnTo>
                  <a:pt x="1238538" y="1951825"/>
                </a:lnTo>
                <a:lnTo>
                  <a:pt x="1239597" y="1803620"/>
                </a:lnTo>
                <a:lnTo>
                  <a:pt x="1246414" y="1656028"/>
                </a:lnTo>
                <a:lnTo>
                  <a:pt x="1258947" y="1509943"/>
                </a:lnTo>
                <a:lnTo>
                  <a:pt x="1277122" y="1366248"/>
                </a:lnTo>
                <a:lnTo>
                  <a:pt x="1300827" y="1225815"/>
                </a:lnTo>
                <a:lnTo>
                  <a:pt x="1329919" y="1089493"/>
                </a:lnTo>
                <a:lnTo>
                  <a:pt x="1364223" y="958107"/>
                </a:lnTo>
                <a:lnTo>
                  <a:pt x="1403531" y="832453"/>
                </a:lnTo>
                <a:lnTo>
                  <a:pt x="1447604" y="713292"/>
                </a:lnTo>
                <a:lnTo>
                  <a:pt x="1496176" y="601344"/>
                </a:lnTo>
                <a:lnTo>
                  <a:pt x="1548953" y="497288"/>
                </a:lnTo>
                <a:lnTo>
                  <a:pt x="1605615" y="401753"/>
                </a:lnTo>
                <a:lnTo>
                  <a:pt x="1665819" y="315318"/>
                </a:lnTo>
                <a:lnTo>
                  <a:pt x="1729201" y="238506"/>
                </a:lnTo>
                <a:lnTo>
                  <a:pt x="1795377" y="171782"/>
                </a:lnTo>
                <a:lnTo>
                  <a:pt x="1863947" y="115550"/>
                </a:lnTo>
                <a:lnTo>
                  <a:pt x="1934495" y="70150"/>
                </a:lnTo>
                <a:lnTo>
                  <a:pt x="2006594" y="35858"/>
                </a:lnTo>
                <a:lnTo>
                  <a:pt x="2079809" y="12880"/>
                </a:lnTo>
                <a:lnTo>
                  <a:pt x="2153694" y="1356"/>
                </a:lnTo>
                <a:lnTo>
                  <a:pt x="2227805" y="1356"/>
                </a:lnTo>
                <a:lnTo>
                  <a:pt x="2301690" y="12880"/>
                </a:lnTo>
                <a:lnTo>
                  <a:pt x="2374905" y="35858"/>
                </a:lnTo>
                <a:lnTo>
                  <a:pt x="2447004" y="70150"/>
                </a:lnTo>
                <a:lnTo>
                  <a:pt x="2517552" y="115550"/>
                </a:lnTo>
                <a:lnTo>
                  <a:pt x="2586122" y="171782"/>
                </a:lnTo>
                <a:lnTo>
                  <a:pt x="2652298" y="238506"/>
                </a:lnTo>
                <a:lnTo>
                  <a:pt x="2715680" y="315318"/>
                </a:lnTo>
                <a:lnTo>
                  <a:pt x="2775884" y="401753"/>
                </a:lnTo>
                <a:lnTo>
                  <a:pt x="2832546" y="497288"/>
                </a:lnTo>
                <a:lnTo>
                  <a:pt x="2885323" y="601344"/>
                </a:lnTo>
                <a:lnTo>
                  <a:pt x="2933895" y="713292"/>
                </a:lnTo>
                <a:lnTo>
                  <a:pt x="2977968" y="832453"/>
                </a:lnTo>
                <a:lnTo>
                  <a:pt x="3017276" y="958107"/>
                </a:lnTo>
                <a:lnTo>
                  <a:pt x="3051580" y="1089493"/>
                </a:lnTo>
                <a:lnTo>
                  <a:pt x="3080672" y="1225815"/>
                </a:lnTo>
                <a:lnTo>
                  <a:pt x="3104377" y="1366248"/>
                </a:lnTo>
                <a:lnTo>
                  <a:pt x="3122552" y="1509943"/>
                </a:lnTo>
                <a:lnTo>
                  <a:pt x="3135085" y="1656028"/>
                </a:lnTo>
                <a:lnTo>
                  <a:pt x="3141902" y="1803620"/>
                </a:lnTo>
                <a:lnTo>
                  <a:pt x="3142961" y="1951825"/>
                </a:lnTo>
                <a:lnTo>
                  <a:pt x="3138255" y="2099746"/>
                </a:lnTo>
                <a:lnTo>
                  <a:pt x="3127813" y="2246488"/>
                </a:lnTo>
                <a:lnTo>
                  <a:pt x="3111699" y="2391162"/>
                </a:lnTo>
                <a:lnTo>
                  <a:pt x="3090009" y="2532892"/>
                </a:lnTo>
                <a:lnTo>
                  <a:pt x="3090009" y="2532892"/>
                </a:lnTo>
                <a:lnTo>
                  <a:pt x="3082425" y="2565121"/>
                </a:lnTo>
                <a:lnTo>
                  <a:pt x="3071147" y="2596250"/>
                </a:lnTo>
                <a:lnTo>
                  <a:pt x="3056327" y="2625858"/>
                </a:lnTo>
                <a:lnTo>
                  <a:pt x="3038167" y="2653542"/>
                </a:lnTo>
                <a:lnTo>
                  <a:pt x="3016911" y="2678928"/>
                </a:lnTo>
                <a:lnTo>
                  <a:pt x="2992849" y="2701671"/>
                </a:lnTo>
                <a:lnTo>
                  <a:pt x="2966306" y="2721463"/>
                </a:lnTo>
                <a:lnTo>
                  <a:pt x="2937643" y="2738036"/>
                </a:lnTo>
                <a:lnTo>
                  <a:pt x="2907248" y="2751165"/>
                </a:lnTo>
                <a:lnTo>
                  <a:pt x="2875533" y="2760672"/>
                </a:lnTo>
                <a:lnTo>
                  <a:pt x="2842928" y="2766428"/>
                </a:lnTo>
                <a:lnTo>
                  <a:pt x="2809875" y="2768356"/>
                </a:lnTo>
                <a:lnTo>
                  <a:pt x="2776821" y="2766428"/>
                </a:lnTo>
                <a:lnTo>
                  <a:pt x="2744216" y="2760672"/>
                </a:lnTo>
                <a:lnTo>
                  <a:pt x="2712501" y="2751165"/>
                </a:lnTo>
                <a:lnTo>
                  <a:pt x="2682106" y="2738036"/>
                </a:lnTo>
                <a:lnTo>
                  <a:pt x="2653443" y="2721463"/>
                </a:lnTo>
                <a:lnTo>
                  <a:pt x="2626900" y="2701671"/>
                </a:lnTo>
                <a:lnTo>
                  <a:pt x="2602838" y="2678928"/>
                </a:lnTo>
                <a:lnTo>
                  <a:pt x="2581582" y="2653542"/>
                </a:lnTo>
                <a:lnTo>
                  <a:pt x="2563422" y="2625858"/>
                </a:lnTo>
                <a:lnTo>
                  <a:pt x="2548602" y="2596250"/>
                </a:lnTo>
                <a:lnTo>
                  <a:pt x="2537324" y="2565121"/>
                </a:lnTo>
                <a:lnTo>
                  <a:pt x="2529740" y="2532892"/>
                </a:lnTo>
                <a:lnTo>
                  <a:pt x="2529740" y="2532892"/>
                </a:lnTo>
                <a:lnTo>
                  <a:pt x="2508050" y="2391162"/>
                </a:lnTo>
                <a:lnTo>
                  <a:pt x="2491936" y="2246488"/>
                </a:lnTo>
                <a:lnTo>
                  <a:pt x="2481494" y="2099746"/>
                </a:lnTo>
                <a:lnTo>
                  <a:pt x="2476788" y="1951825"/>
                </a:lnTo>
                <a:lnTo>
                  <a:pt x="2477847" y="1803620"/>
                </a:lnTo>
                <a:lnTo>
                  <a:pt x="2484664" y="1656028"/>
                </a:lnTo>
                <a:lnTo>
                  <a:pt x="2497197" y="1509943"/>
                </a:lnTo>
                <a:lnTo>
                  <a:pt x="2515372" y="1366248"/>
                </a:lnTo>
                <a:lnTo>
                  <a:pt x="2539077" y="1225815"/>
                </a:lnTo>
                <a:lnTo>
                  <a:pt x="2568169" y="1089493"/>
                </a:lnTo>
                <a:lnTo>
                  <a:pt x="2602473" y="958107"/>
                </a:lnTo>
                <a:lnTo>
                  <a:pt x="2641781" y="832453"/>
                </a:lnTo>
                <a:lnTo>
                  <a:pt x="2685854" y="713292"/>
                </a:lnTo>
                <a:lnTo>
                  <a:pt x="2734426" y="601344"/>
                </a:lnTo>
                <a:lnTo>
                  <a:pt x="2787203" y="497288"/>
                </a:lnTo>
                <a:lnTo>
                  <a:pt x="2843865" y="401753"/>
                </a:lnTo>
                <a:lnTo>
                  <a:pt x="2904069" y="315318"/>
                </a:lnTo>
                <a:lnTo>
                  <a:pt x="2967451" y="238506"/>
                </a:lnTo>
                <a:lnTo>
                  <a:pt x="3033627" y="171782"/>
                </a:lnTo>
                <a:lnTo>
                  <a:pt x="3102197" y="115550"/>
                </a:lnTo>
                <a:lnTo>
                  <a:pt x="3172745" y="70150"/>
                </a:lnTo>
                <a:lnTo>
                  <a:pt x="3244844" y="35858"/>
                </a:lnTo>
                <a:lnTo>
                  <a:pt x="3318059" y="12880"/>
                </a:lnTo>
                <a:lnTo>
                  <a:pt x="3391944" y="1356"/>
                </a:lnTo>
                <a:lnTo>
                  <a:pt x="3466055" y="1356"/>
                </a:lnTo>
                <a:lnTo>
                  <a:pt x="3539940" y="12880"/>
                </a:lnTo>
                <a:lnTo>
                  <a:pt x="3613155" y="35858"/>
                </a:lnTo>
                <a:lnTo>
                  <a:pt x="3685254" y="70150"/>
                </a:lnTo>
                <a:lnTo>
                  <a:pt x="3755802" y="115550"/>
                </a:lnTo>
                <a:lnTo>
                  <a:pt x="3824372" y="171782"/>
                </a:lnTo>
                <a:lnTo>
                  <a:pt x="3890548" y="238506"/>
                </a:lnTo>
                <a:lnTo>
                  <a:pt x="3953930" y="315318"/>
                </a:lnTo>
                <a:lnTo>
                  <a:pt x="4014134" y="401753"/>
                </a:lnTo>
                <a:lnTo>
                  <a:pt x="4070796" y="497288"/>
                </a:lnTo>
                <a:lnTo>
                  <a:pt x="4123573" y="601344"/>
                </a:lnTo>
                <a:lnTo>
                  <a:pt x="4172145" y="713292"/>
                </a:lnTo>
                <a:lnTo>
                  <a:pt x="4216218" y="832453"/>
                </a:lnTo>
                <a:lnTo>
                  <a:pt x="4255526" y="958107"/>
                </a:lnTo>
                <a:lnTo>
                  <a:pt x="4289830" y="1089493"/>
                </a:lnTo>
                <a:lnTo>
                  <a:pt x="4318922" y="1225815"/>
                </a:lnTo>
                <a:lnTo>
                  <a:pt x="4342627" y="1366248"/>
                </a:lnTo>
                <a:lnTo>
                  <a:pt x="4360802" y="1509943"/>
                </a:lnTo>
                <a:lnTo>
                  <a:pt x="4373335" y="1656028"/>
                </a:lnTo>
                <a:lnTo>
                  <a:pt x="4380152" y="1803620"/>
                </a:lnTo>
                <a:lnTo>
                  <a:pt x="4381211" y="1951825"/>
                </a:lnTo>
                <a:lnTo>
                  <a:pt x="4376505" y="2099746"/>
                </a:lnTo>
                <a:lnTo>
                  <a:pt x="4366063" y="2246488"/>
                </a:lnTo>
                <a:lnTo>
                  <a:pt x="4349949" y="2391162"/>
                </a:lnTo>
                <a:lnTo>
                  <a:pt x="4328259" y="2532892"/>
                </a:lnTo>
                <a:lnTo>
                  <a:pt x="4328259" y="2532892"/>
                </a:lnTo>
                <a:lnTo>
                  <a:pt x="4320675" y="2565121"/>
                </a:lnTo>
                <a:lnTo>
                  <a:pt x="4309397" y="2596250"/>
                </a:lnTo>
                <a:lnTo>
                  <a:pt x="4294577" y="2625858"/>
                </a:lnTo>
                <a:lnTo>
                  <a:pt x="4276417" y="2653542"/>
                </a:lnTo>
                <a:lnTo>
                  <a:pt x="4255161" y="2678928"/>
                </a:lnTo>
                <a:lnTo>
                  <a:pt x="4231099" y="2701671"/>
                </a:lnTo>
                <a:lnTo>
                  <a:pt x="4204556" y="2721463"/>
                </a:lnTo>
                <a:lnTo>
                  <a:pt x="4175893" y="2738036"/>
                </a:lnTo>
                <a:lnTo>
                  <a:pt x="4145498" y="2751165"/>
                </a:lnTo>
                <a:lnTo>
                  <a:pt x="4113783" y="2760672"/>
                </a:lnTo>
                <a:lnTo>
                  <a:pt x="4081178" y="2766428"/>
                </a:lnTo>
                <a:lnTo>
                  <a:pt x="4048125" y="2768356"/>
                </a:lnTo>
                <a:lnTo>
                  <a:pt x="4015071" y="2766428"/>
                </a:lnTo>
                <a:lnTo>
                  <a:pt x="3982466" y="2760672"/>
                </a:lnTo>
                <a:lnTo>
                  <a:pt x="3950751" y="2751165"/>
                </a:lnTo>
                <a:lnTo>
                  <a:pt x="3920356" y="2738036"/>
                </a:lnTo>
                <a:lnTo>
                  <a:pt x="3891693" y="2721463"/>
                </a:lnTo>
                <a:lnTo>
                  <a:pt x="3865150" y="2701671"/>
                </a:lnTo>
                <a:lnTo>
                  <a:pt x="3841088" y="2678928"/>
                </a:lnTo>
                <a:lnTo>
                  <a:pt x="3819832" y="2653542"/>
                </a:lnTo>
                <a:lnTo>
                  <a:pt x="3801672" y="2625858"/>
                </a:lnTo>
                <a:lnTo>
                  <a:pt x="3786852" y="2596250"/>
                </a:lnTo>
                <a:lnTo>
                  <a:pt x="3775574" y="2565121"/>
                </a:lnTo>
                <a:lnTo>
                  <a:pt x="3767990" y="2532892"/>
                </a:lnTo>
                <a:lnTo>
                  <a:pt x="3767990" y="2532892"/>
                </a:lnTo>
                <a:lnTo>
                  <a:pt x="3746300" y="2391162"/>
                </a:lnTo>
                <a:lnTo>
                  <a:pt x="3730186" y="2246488"/>
                </a:lnTo>
                <a:lnTo>
                  <a:pt x="3719744" y="2099746"/>
                </a:lnTo>
                <a:lnTo>
                  <a:pt x="3715038" y="1951825"/>
                </a:lnTo>
                <a:lnTo>
                  <a:pt x="3716097" y="1803620"/>
                </a:lnTo>
                <a:lnTo>
                  <a:pt x="3722914" y="1656028"/>
                </a:lnTo>
                <a:lnTo>
                  <a:pt x="3735447" y="1509943"/>
                </a:lnTo>
                <a:lnTo>
                  <a:pt x="3753622" y="1366248"/>
                </a:lnTo>
                <a:lnTo>
                  <a:pt x="3777327" y="1225815"/>
                </a:lnTo>
                <a:lnTo>
                  <a:pt x="3806419" y="1089493"/>
                </a:lnTo>
                <a:lnTo>
                  <a:pt x="3840723" y="958107"/>
                </a:lnTo>
                <a:lnTo>
                  <a:pt x="3880031" y="832453"/>
                </a:lnTo>
                <a:lnTo>
                  <a:pt x="3924104" y="713292"/>
                </a:lnTo>
                <a:lnTo>
                  <a:pt x="3972676" y="601344"/>
                </a:lnTo>
                <a:lnTo>
                  <a:pt x="4025453" y="497288"/>
                </a:lnTo>
                <a:lnTo>
                  <a:pt x="4082115" y="401753"/>
                </a:lnTo>
                <a:lnTo>
                  <a:pt x="4142319" y="315318"/>
                </a:lnTo>
                <a:lnTo>
                  <a:pt x="4205701" y="238506"/>
                </a:lnTo>
                <a:lnTo>
                  <a:pt x="4271877" y="171782"/>
                </a:lnTo>
                <a:lnTo>
                  <a:pt x="4340447" y="115550"/>
                </a:lnTo>
                <a:lnTo>
                  <a:pt x="4410995" y="70150"/>
                </a:lnTo>
                <a:lnTo>
                  <a:pt x="4483094" y="35858"/>
                </a:lnTo>
                <a:lnTo>
                  <a:pt x="4556309" y="12880"/>
                </a:lnTo>
                <a:lnTo>
                  <a:pt x="4630194" y="1356"/>
                </a:lnTo>
                <a:lnTo>
                  <a:pt x="4704305" y="1356"/>
                </a:lnTo>
                <a:lnTo>
                  <a:pt x="4778190" y="12880"/>
                </a:lnTo>
                <a:lnTo>
                  <a:pt x="4851405" y="35858"/>
                </a:lnTo>
                <a:lnTo>
                  <a:pt x="4923504" y="70150"/>
                </a:lnTo>
                <a:lnTo>
                  <a:pt x="4994052" y="115550"/>
                </a:lnTo>
                <a:lnTo>
                  <a:pt x="5062622" y="171782"/>
                </a:lnTo>
                <a:lnTo>
                  <a:pt x="5128798" y="238506"/>
                </a:lnTo>
                <a:lnTo>
                  <a:pt x="5192180" y="315318"/>
                </a:lnTo>
                <a:lnTo>
                  <a:pt x="5252384" y="401753"/>
                </a:lnTo>
                <a:lnTo>
                  <a:pt x="5309046" y="497288"/>
                </a:lnTo>
                <a:lnTo>
                  <a:pt x="5361823" y="601344"/>
                </a:lnTo>
                <a:lnTo>
                  <a:pt x="5410395" y="713292"/>
                </a:lnTo>
                <a:lnTo>
                  <a:pt x="5454468" y="832453"/>
                </a:lnTo>
                <a:lnTo>
                  <a:pt x="5493776" y="958107"/>
                </a:lnTo>
                <a:lnTo>
                  <a:pt x="5528080" y="1089493"/>
                </a:lnTo>
                <a:lnTo>
                  <a:pt x="5557172" y="1225815"/>
                </a:lnTo>
                <a:lnTo>
                  <a:pt x="5580877" y="1366248"/>
                </a:lnTo>
                <a:lnTo>
                  <a:pt x="5599052" y="1509943"/>
                </a:lnTo>
                <a:lnTo>
                  <a:pt x="5611585" y="1656028"/>
                </a:lnTo>
                <a:lnTo>
                  <a:pt x="5618402" y="1803620"/>
                </a:lnTo>
                <a:lnTo>
                  <a:pt x="5619461" y="1951825"/>
                </a:lnTo>
                <a:lnTo>
                  <a:pt x="5614755" y="2099746"/>
                </a:lnTo>
                <a:lnTo>
                  <a:pt x="5604313" y="2246488"/>
                </a:lnTo>
                <a:lnTo>
                  <a:pt x="5588199" y="2391162"/>
                </a:lnTo>
                <a:lnTo>
                  <a:pt x="5566509" y="2532892"/>
                </a:lnTo>
                <a:lnTo>
                  <a:pt x="5566509" y="2532892"/>
                </a:lnTo>
                <a:lnTo>
                  <a:pt x="5558925" y="2565121"/>
                </a:lnTo>
                <a:lnTo>
                  <a:pt x="5547647" y="2596250"/>
                </a:lnTo>
                <a:lnTo>
                  <a:pt x="5532827" y="2625858"/>
                </a:lnTo>
                <a:lnTo>
                  <a:pt x="5514667" y="2653542"/>
                </a:lnTo>
                <a:lnTo>
                  <a:pt x="5493411" y="2678928"/>
                </a:lnTo>
                <a:lnTo>
                  <a:pt x="5469349" y="2701671"/>
                </a:lnTo>
                <a:lnTo>
                  <a:pt x="5442806" y="2721463"/>
                </a:lnTo>
                <a:lnTo>
                  <a:pt x="5414143" y="2738036"/>
                </a:lnTo>
                <a:lnTo>
                  <a:pt x="5383748" y="2751165"/>
                </a:lnTo>
                <a:lnTo>
                  <a:pt x="5352033" y="2760672"/>
                </a:lnTo>
                <a:lnTo>
                  <a:pt x="5319428" y="2766428"/>
                </a:lnTo>
                <a:lnTo>
                  <a:pt x="5286375" y="2768356"/>
                </a:lnTo>
                <a:lnTo>
                  <a:pt x="5253321" y="2766428"/>
                </a:lnTo>
                <a:lnTo>
                  <a:pt x="5220716" y="2760672"/>
                </a:lnTo>
                <a:lnTo>
                  <a:pt x="5189001" y="2751165"/>
                </a:lnTo>
                <a:lnTo>
                  <a:pt x="5158606" y="2738036"/>
                </a:lnTo>
                <a:lnTo>
                  <a:pt x="5129943" y="2721463"/>
                </a:lnTo>
                <a:lnTo>
                  <a:pt x="5103400" y="2701671"/>
                </a:lnTo>
                <a:lnTo>
                  <a:pt x="5079338" y="2678928"/>
                </a:lnTo>
                <a:lnTo>
                  <a:pt x="5058082" y="2653542"/>
                </a:lnTo>
                <a:lnTo>
                  <a:pt x="5039922" y="2625858"/>
                </a:lnTo>
                <a:lnTo>
                  <a:pt x="5025102" y="2596250"/>
                </a:lnTo>
                <a:lnTo>
                  <a:pt x="5013824" y="2565121"/>
                </a:lnTo>
                <a:lnTo>
                  <a:pt x="5006240" y="2532892"/>
                </a:lnTo>
                <a:lnTo>
                  <a:pt x="5006240" y="2532892"/>
                </a:lnTo>
                <a:lnTo>
                  <a:pt x="4986239" y="2403778"/>
                </a:lnTo>
                <a:lnTo>
                  <a:pt x="4970866" y="2272152"/>
                </a:lnTo>
                <a:lnTo>
                  <a:pt x="4960198" y="2138677"/>
                </a:lnTo>
                <a:lnTo>
                  <a:pt x="4954289" y="2004025"/>
                </a:lnTo>
                <a:lnTo>
                  <a:pt x="4953170" y="1868875"/>
                </a:lnTo>
                <a:lnTo>
                  <a:pt x="4956845" y="1733905"/>
                </a:lnTo>
                <a:lnTo>
                  <a:pt x="4965296" y="1599797"/>
                </a:lnTo>
                <a:lnTo>
                  <a:pt x="4978481" y="1467225"/>
                </a:lnTo>
                <a:lnTo>
                  <a:pt x="4996333" y="1336857"/>
                </a:lnTo>
                <a:lnTo>
                  <a:pt x="5018762" y="1209348"/>
                </a:lnTo>
                <a:lnTo>
                  <a:pt x="5045656" y="1085341"/>
                </a:lnTo>
                <a:lnTo>
                  <a:pt x="5076878" y="965461"/>
                </a:lnTo>
                <a:lnTo>
                  <a:pt x="5112273" y="850310"/>
                </a:lnTo>
                <a:lnTo>
                  <a:pt x="5151661" y="740469"/>
                </a:lnTo>
                <a:lnTo>
                  <a:pt x="5194844" y="636491"/>
                </a:lnTo>
                <a:lnTo>
                  <a:pt x="5241605" y="538898"/>
                </a:lnTo>
                <a:lnTo>
                  <a:pt x="5291708" y="448183"/>
                </a:lnTo>
                <a:lnTo>
                  <a:pt x="5344902" y="364802"/>
                </a:lnTo>
                <a:lnTo>
                  <a:pt x="5400918" y="289174"/>
                </a:lnTo>
                <a:lnTo>
                  <a:pt x="5459475" y="221682"/>
                </a:lnTo>
                <a:lnTo>
                  <a:pt x="5520277" y="162663"/>
                </a:lnTo>
                <a:lnTo>
                  <a:pt x="5583018" y="112417"/>
                </a:lnTo>
                <a:lnTo>
                  <a:pt x="5647383" y="71194"/>
                </a:lnTo>
                <a:lnTo>
                  <a:pt x="5713048" y="39204"/>
                </a:lnTo>
                <a:lnTo>
                  <a:pt x="5779681" y="16607"/>
                </a:lnTo>
                <a:lnTo>
                  <a:pt x="5846948" y="3517"/>
                </a:lnTo>
                <a:lnTo>
                  <a:pt x="5914510" y="0"/>
                </a:lnTo>
                <a:lnTo>
                  <a:pt x="5982026" y="6073"/>
                </a:lnTo>
                <a:lnTo>
                  <a:pt x="6049157" y="21706"/>
                </a:lnTo>
                <a:lnTo>
                  <a:pt x="6115565" y="46820"/>
                </a:lnTo>
                <a:lnTo>
                  <a:pt x="6180915" y="81289"/>
                </a:lnTo>
                <a:lnTo>
                  <a:pt x="6244879" y="124939"/>
                </a:lnTo>
                <a:lnTo>
                  <a:pt x="6307134" y="177551"/>
                </a:lnTo>
                <a:lnTo>
                  <a:pt x="6367367" y="238859"/>
                </a:lnTo>
                <a:lnTo>
                  <a:pt x="6425274" y="308555"/>
                </a:lnTo>
                <a:lnTo>
                  <a:pt x="6480565" y="386289"/>
                </a:lnTo>
                <a:lnTo>
                  <a:pt x="6532960" y="471667"/>
                </a:lnTo>
                <a:lnTo>
                  <a:pt x="6582197" y="564262"/>
                </a:lnTo>
                <a:lnTo>
                  <a:pt x="6628026" y="663607"/>
                </a:lnTo>
                <a:lnTo>
                  <a:pt x="6670218" y="769201"/>
                </a:lnTo>
                <a:lnTo>
                  <a:pt x="6708560" y="880512"/>
                </a:lnTo>
                <a:lnTo>
                  <a:pt x="6742859" y="996982"/>
                </a:lnTo>
                <a:lnTo>
                  <a:pt x="6772942" y="1118022"/>
                </a:lnTo>
                <a:lnTo>
                  <a:pt x="6798658" y="1243024"/>
                </a:lnTo>
                <a:lnTo>
                  <a:pt x="6819877" y="1371358"/>
                </a:lnTo>
                <a:lnTo>
                  <a:pt x="6836492" y="1502379"/>
                </a:lnTo>
                <a:lnTo>
                  <a:pt x="6848421" y="1635426"/>
                </a:lnTo>
                <a:lnTo>
                  <a:pt x="6855602" y="1769830"/>
                </a:lnTo>
                <a:lnTo>
                  <a:pt x="6858000" y="1904914"/>
                </a:lnTo>
              </a:path>
            </a:pathLst>
          </a:custGeom>
          <a:noFill/>
          <a:ln w="9144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